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3" r:id="rId3"/>
    <p:sldMasterId id="2147483751" r:id="rId4"/>
    <p:sldMasterId id="2147483786" r:id="rId5"/>
  </p:sldMasterIdLst>
  <p:notesMasterIdLst>
    <p:notesMasterId r:id="rId9"/>
  </p:notesMasterIdLst>
  <p:handoutMasterIdLst>
    <p:handoutMasterId r:id="rId10"/>
  </p:handoutMasterIdLst>
  <p:sldIdLst>
    <p:sldId id="3349" r:id="rId6"/>
    <p:sldId id="3360" r:id="rId7"/>
    <p:sldId id="3350" r:id="rId8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34" userDrawn="1">
          <p15:clr>
            <a:srgbClr val="A4A3A4"/>
          </p15:clr>
        </p15:guide>
        <p15:guide id="2" orient="horz" pos="2650" userDrawn="1">
          <p15:clr>
            <a:srgbClr val="A4A3A4"/>
          </p15:clr>
        </p15:guide>
        <p15:guide id="3" pos="6332" userDrawn="1">
          <p15:clr>
            <a:srgbClr val="A4A3A4"/>
          </p15:clr>
        </p15:guide>
        <p15:guide id="4" orient="horz" pos="1546" userDrawn="1">
          <p15:clr>
            <a:srgbClr val="A4A3A4"/>
          </p15:clr>
        </p15:guide>
        <p15:guide id="5" pos="1148" userDrawn="1">
          <p15:clr>
            <a:srgbClr val="A4A3A4"/>
          </p15:clr>
        </p15:guide>
        <p15:guide id="6" pos="4892" userDrawn="1">
          <p15:clr>
            <a:srgbClr val="A4A3A4"/>
          </p15:clr>
        </p15:guide>
        <p15:guide id="7" pos="86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BD9A9"/>
    <a:srgbClr val="BAD5DE"/>
    <a:srgbClr val="F3C6B7"/>
    <a:srgbClr val="262626"/>
    <a:srgbClr val="202720"/>
    <a:srgbClr val="D7D7EB"/>
    <a:srgbClr val="212721"/>
    <a:srgbClr val="EFECE6"/>
    <a:srgbClr val="F2EB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6"/>
    <p:restoredTop sz="95306"/>
  </p:normalViewPr>
  <p:slideViewPr>
    <p:cSldViewPr showGuides="1">
      <p:cViewPr varScale="1">
        <p:scale>
          <a:sx n="45" d="100"/>
          <a:sy n="45" d="100"/>
        </p:scale>
        <p:origin x="112" y="1088"/>
      </p:cViewPr>
      <p:guideLst>
        <p:guide orient="horz" pos="3034"/>
        <p:guide orient="horz" pos="2650"/>
        <p:guide pos="6332"/>
        <p:guide orient="horz" pos="1546"/>
        <p:guide pos="1148"/>
        <p:guide pos="4892"/>
        <p:guide pos="86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82" d="100"/>
        <a:sy n="82" d="100"/>
      </p:scale>
      <p:origin x="0" y="0"/>
    </p:cViewPr>
  </p:sorterViewPr>
  <p:notesViewPr>
    <p:cSldViewPr showGuides="1">
      <p:cViewPr varScale="1">
        <p:scale>
          <a:sx n="121" d="100"/>
          <a:sy n="121" d="100"/>
        </p:scale>
        <p:origin x="200" y="248"/>
      </p:cViewPr>
      <p:guideLst>
        <p:guide orient="horz" pos="3562"/>
        <p:guide pos="63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ustomXml" Target="../customXml/item3.xml"/><Relationship Id="rId15" Type="http://schemas.openxmlformats.org/officeDocument/2006/relationships/customXml" Target="../customXml/item2.xml"/><Relationship Id="rId14" Type="http://schemas.openxmlformats.org/officeDocument/2006/relationships/customXml" Target="../customXml/item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F067-1315-CD44-894F-20DCA43FA2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FD998-4082-0749-9B0F-A33344EF235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4038B-70F6-0D4A-B8B8-3949E046CA33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AA909-C38F-884E-98E7-F83E7108D70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8_Cover x Clien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9975850" y="4991100"/>
            <a:ext cx="8534400" cy="685800"/>
          </a:xfrm>
          <a:prstGeom prst="rect">
            <a:avLst/>
          </a:prstGeom>
        </p:spPr>
        <p:txBody>
          <a:bodyPr/>
          <a:lstStyle>
            <a:lvl1pPr>
              <a:defRPr sz="50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x  Client Name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973085" y="10226676"/>
            <a:ext cx="4212565" cy="533400"/>
          </a:xfrm>
          <a:prstGeom prst="rect">
            <a:avLst/>
          </a:prstGeom>
        </p:spPr>
        <p:txBody>
          <a:bodyPr/>
          <a:lstStyle>
            <a:lvl1pPr algn="ctr">
              <a:defRPr sz="2400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8_Cover x Clien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9975850" y="4991100"/>
            <a:ext cx="8534400" cy="685800"/>
          </a:xfrm>
          <a:prstGeom prst="rect">
            <a:avLst/>
          </a:prstGeom>
        </p:spPr>
        <p:txBody>
          <a:bodyPr/>
          <a:lstStyle>
            <a:lvl1pPr>
              <a:defRPr sz="50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x  Client Name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973085" y="10226676"/>
            <a:ext cx="4212565" cy="533400"/>
          </a:xfrm>
          <a:prstGeom prst="rect">
            <a:avLst/>
          </a:prstGeom>
        </p:spPr>
        <p:txBody>
          <a:bodyPr/>
          <a:lstStyle>
            <a:lvl1pPr algn="ctr">
              <a:defRPr sz="2400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8_Cover x Client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973085" y="10226676"/>
            <a:ext cx="4212565" cy="533400"/>
          </a:xfrm>
          <a:prstGeom prst="rect">
            <a:avLst/>
          </a:prstGeom>
        </p:spPr>
        <p:txBody>
          <a:bodyPr/>
          <a:lstStyle>
            <a:lvl1pPr algn="ctr">
              <a:defRPr sz="2400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9975850" y="4991100"/>
            <a:ext cx="8534400" cy="685800"/>
          </a:xfrm>
          <a:prstGeom prst="rect">
            <a:avLst/>
          </a:prstGeom>
        </p:spPr>
        <p:txBody>
          <a:bodyPr/>
          <a:lstStyle>
            <a:lvl1pPr>
              <a:defRPr sz="50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x  Client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8_Cover x Cli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973085" y="10226676"/>
            <a:ext cx="4212565" cy="533400"/>
          </a:xfrm>
          <a:prstGeom prst="rect">
            <a:avLst/>
          </a:prstGeom>
        </p:spPr>
        <p:txBody>
          <a:bodyPr/>
          <a:lstStyle>
            <a:lvl1pPr algn="ctr">
              <a:defRPr sz="2400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9975850" y="4991100"/>
            <a:ext cx="8534400" cy="685800"/>
          </a:xfrm>
          <a:prstGeom prst="rect">
            <a:avLst/>
          </a:prstGeom>
        </p:spPr>
        <p:txBody>
          <a:bodyPr/>
          <a:lstStyle>
            <a:lvl1pPr>
              <a:defRPr sz="50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x  Client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1_Section Logo Larger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4841082"/>
            <a:ext cx="3810000" cy="1627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1_Section Logo Larger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4841082"/>
            <a:ext cx="3810000" cy="1627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1_Section Logo Larger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4841082"/>
            <a:ext cx="3810000" cy="1627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2_Section Logo Title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5068888"/>
            <a:ext cx="2743200" cy="1171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2_Section Logo Title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5068888"/>
            <a:ext cx="2743200" cy="1171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2_Section Logo Title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5068888"/>
            <a:ext cx="2743200" cy="1171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2_Section Logo Title T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5068888"/>
            <a:ext cx="2743200" cy="11715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3_Logo UsYou Title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701675"/>
            <a:ext cx="1981200" cy="846137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81684" y="10226676"/>
            <a:ext cx="4898366" cy="533400"/>
          </a:xfrm>
          <a:prstGeom prst="rect">
            <a:avLst/>
          </a:prstGeom>
        </p:spPr>
        <p:txBody>
          <a:bodyPr/>
          <a:lstStyle>
            <a:lvl1pPr>
              <a:defRPr sz="2400" b="1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3_Logo UsYou Title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81684" y="10226676"/>
            <a:ext cx="5050766" cy="5334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701675"/>
            <a:ext cx="1981200" cy="8461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3_Logo UsYou Title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81684" y="10226676"/>
            <a:ext cx="5355566" cy="5334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701675"/>
            <a:ext cx="1981200" cy="8461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3_Logo UsYou Title T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81684" y="10226676"/>
            <a:ext cx="5279366" cy="5334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solidFill>
                  <a:srgbClr val="212721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10</a:t>
            </a:r>
            <a:r>
              <a:rPr lang="en-US" baseline="30000" dirty="0"/>
              <a:t>th</a:t>
            </a:r>
            <a:r>
              <a:rPr lang="en-US" dirty="0"/>
              <a:t> of December, 2020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701675"/>
            <a:ext cx="1981200" cy="84613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4_Section Title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4_Section Title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4_Section Title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4_Section Title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930816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5555285"/>
            <a:ext cx="16232187" cy="609600"/>
          </a:xfrm>
          <a:prstGeom prst="rect">
            <a:avLst/>
          </a:prstGeom>
        </p:spPr>
        <p:txBody>
          <a:bodyPr/>
          <a:lstStyle>
            <a:lvl1pPr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5_Section Title Center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3063" y="4930816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83063" y="5555285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5_Section Title Center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3063" y="4930816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83063" y="5555285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5_Section Title Center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3063" y="4930816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83063" y="5555285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5_Section Title Center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3063" y="4930816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83063" y="5555285"/>
            <a:ext cx="11736387" cy="609600"/>
          </a:xfrm>
          <a:prstGeom prst="rect">
            <a:avLst/>
          </a:prstGeom>
        </p:spPr>
        <p:txBody>
          <a:bodyPr/>
          <a:lstStyle>
            <a:lvl1pPr algn="ctr"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 - THANKYOU+CONTAC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 userDrawn="1"/>
        </p:nvSpPr>
        <p:spPr>
          <a:xfrm>
            <a:off x="601662" y="4938606"/>
            <a:ext cx="10745787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250" b="1" i="0" dirty="0">
                <a:latin typeface="Söhne Breit Fett" panose="020B0305030202060203" pitchFamily="34" charset="77"/>
              </a:rPr>
              <a:t>Thank you </a:t>
            </a:r>
            <a:endParaRPr lang="en-US" sz="4250" b="1" i="0" dirty="0">
              <a:latin typeface="Söhne Breit Fett" panose="020B0305030202060203" pitchFamily="34" charset="77"/>
            </a:endParaRPr>
          </a:p>
          <a:p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4693900" y="5755424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23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14693900" y="4938606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4693900" y="5336389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4693900" y="99004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14693900" y="90836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4693900" y="94814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14693900" y="78430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31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14693900" y="70262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32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14693900" y="74240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 - THANKYOU+CONTAC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4693900" y="5755424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14693900" y="4938606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4693900" y="5336389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4693900" y="99004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14693900" y="90836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4693900" y="94814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14693900" y="78430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14693900" y="70262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2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14693900" y="74240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0745787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250" b="1" i="0" dirty="0">
                <a:latin typeface="Söhne Breit Fett" panose="020B0305030202060203" pitchFamily="34" charset="77"/>
              </a:rPr>
              <a:t>Thank you </a:t>
            </a:r>
            <a:endParaRPr lang="en-US" sz="4250" b="1" i="0" dirty="0">
              <a:latin typeface="Söhne Breit Fett" panose="020B0305030202060203" pitchFamily="34" charset="77"/>
            </a:endParaRP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 - THANKYOU+CONTACT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4693900" y="5755424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14693900" y="4938606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4693900" y="5336389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4693900" y="99004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14693900" y="90836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4693900" y="94814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14693900" y="78430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14693900" y="70262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2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14693900" y="74240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0745787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250" b="1" i="0" dirty="0">
                <a:latin typeface="Söhne Breit Fett" panose="020B0305030202060203" pitchFamily="34" charset="77"/>
              </a:rPr>
              <a:t>Thank you </a:t>
            </a:r>
            <a:endParaRPr lang="en-US" sz="4250" b="1" i="0" dirty="0">
              <a:latin typeface="Söhne Breit Fett" panose="020B0305030202060203" pitchFamily="34" charset="77"/>
            </a:endParaRP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6 - THANKYOU+CONTAC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4693900" y="5755424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14693900" y="4938606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4693900" y="5336389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4693900" y="99004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14693900" y="90836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4693900" y="94814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14693900" y="78430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14693900" y="70262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22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14693900" y="74240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0745787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250" b="1" i="0" dirty="0">
                <a:latin typeface="Söhne Breit Fett" panose="020B0305030202060203" pitchFamily="34" charset="77"/>
              </a:rPr>
              <a:t>Thank you </a:t>
            </a:r>
            <a:endParaRPr lang="en-US" sz="4250" b="1" i="0" dirty="0">
              <a:latin typeface="Söhne Breit Fett" panose="020B0305030202060203" pitchFamily="34" charset="77"/>
            </a:endParaRP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 - Tagline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9965531"/>
            <a:ext cx="1828800" cy="781050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0250" y="10341600"/>
            <a:ext cx="34290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0" i="0" dirty="0" err="1">
                <a:solidFill>
                  <a:srgbClr val="262626"/>
                </a:solidFill>
                <a:latin typeface="Söhne Leicht" panose="020B0303030202060203" pitchFamily="34" charset="77"/>
              </a:rPr>
              <a:t>wwpbeauty.com</a:t>
            </a:r>
            <a:endParaRPr lang="en-US" sz="2300" b="0" i="0" dirty="0">
              <a:solidFill>
                <a:srgbClr val="262626"/>
              </a:solidFill>
              <a:latin typeface="Söhne Leicht" panose="020B0303030202060203" pitchFamily="34" charset="77"/>
            </a:endParaRPr>
          </a:p>
          <a:p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4250988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50" b="1" dirty="0">
                <a:solidFill>
                  <a:srgbClr val="212721"/>
                </a:solidFill>
                <a:latin typeface="Söhne Breit Fett" panose="020B0305030202060203" pitchFamily="34" charset="77"/>
              </a:rPr>
              <a:t>Together we Create Beauty with Purpose. </a:t>
            </a:r>
            <a:endParaRPr lang="en-US" sz="4250" b="1" dirty="0">
              <a:solidFill>
                <a:srgbClr val="212721"/>
              </a:solidFill>
              <a:latin typeface="Söhne Breit Fett" panose="020B0305030202060203" pitchFamily="34" charset="77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 - Tagline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3270250" y="10341600"/>
            <a:ext cx="34290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0" i="0" dirty="0" err="1">
                <a:solidFill>
                  <a:srgbClr val="262626"/>
                </a:solidFill>
                <a:latin typeface="Söhne Leicht" panose="020B0303030202060203" pitchFamily="34" charset="77"/>
              </a:rPr>
              <a:t>wwpbeauty.com</a:t>
            </a:r>
            <a:endParaRPr lang="en-US" sz="2300" b="0" i="0" dirty="0">
              <a:solidFill>
                <a:srgbClr val="262626"/>
              </a:solidFill>
              <a:latin typeface="Söhne Leicht" panose="020B0303030202060203" pitchFamily="34" charset="77"/>
            </a:endParaRPr>
          </a:p>
          <a:p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3641388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50" b="1" dirty="0">
                <a:solidFill>
                  <a:srgbClr val="212721"/>
                </a:solidFill>
                <a:latin typeface="Söhne Breit Fett" panose="020B0305030202060203" pitchFamily="34" charset="77"/>
              </a:rPr>
              <a:t>Together we Create Beauty with Purpose. </a:t>
            </a:r>
            <a:endParaRPr lang="en-US" sz="4250" b="1" dirty="0">
              <a:solidFill>
                <a:srgbClr val="212721"/>
              </a:solidFill>
              <a:latin typeface="Söhne Breit Fett" panose="020B0305030202060203" pitchFamily="34" charset="77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9965531"/>
            <a:ext cx="1828800" cy="781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 - Tagline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3270250" y="10341600"/>
            <a:ext cx="34290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0" i="0" dirty="0" err="1">
                <a:solidFill>
                  <a:srgbClr val="262626"/>
                </a:solidFill>
                <a:latin typeface="Söhne Leicht" panose="020B0303030202060203" pitchFamily="34" charset="77"/>
              </a:rPr>
              <a:t>wwpbeauty.com</a:t>
            </a:r>
            <a:endParaRPr lang="en-US" sz="2300" b="0" i="0" dirty="0">
              <a:solidFill>
                <a:srgbClr val="262626"/>
              </a:solidFill>
              <a:latin typeface="Söhne Leicht" panose="020B0303030202060203" pitchFamily="34" charset="77"/>
            </a:endParaRPr>
          </a:p>
          <a:p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4784388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50" b="1" dirty="0">
                <a:solidFill>
                  <a:srgbClr val="212721"/>
                </a:solidFill>
                <a:latin typeface="Söhne Breit Fett" panose="020B0305030202060203" pitchFamily="34" charset="77"/>
              </a:rPr>
              <a:t>Together we Create Beauty with Purpose. </a:t>
            </a:r>
            <a:endParaRPr lang="en-US" sz="4250" b="1" dirty="0">
              <a:solidFill>
                <a:srgbClr val="212721"/>
              </a:solidFill>
              <a:latin typeface="Söhne Breit Fett" panose="020B0305030202060203" pitchFamily="34" charset="77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9965531"/>
            <a:ext cx="1828800" cy="781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7 - Tagline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3270250" y="10341600"/>
            <a:ext cx="34290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0" i="0" dirty="0" err="1">
                <a:solidFill>
                  <a:srgbClr val="262626"/>
                </a:solidFill>
                <a:latin typeface="Söhne Leicht" panose="020B0303030202060203" pitchFamily="34" charset="77"/>
              </a:rPr>
              <a:t>wwpbeauty.com</a:t>
            </a:r>
            <a:endParaRPr lang="en-US" sz="2300" b="0" i="0" dirty="0">
              <a:solidFill>
                <a:srgbClr val="262626"/>
              </a:solidFill>
              <a:latin typeface="Söhne Leicht" panose="020B0303030202060203" pitchFamily="34" charset="77"/>
            </a:endParaRPr>
          </a:p>
          <a:p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4403388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50" b="1" dirty="0">
                <a:solidFill>
                  <a:srgbClr val="212721"/>
                </a:solidFill>
                <a:latin typeface="Söhne Breit Fett" panose="020B0305030202060203" pitchFamily="34" charset="77"/>
              </a:rPr>
              <a:t>Together we Create Beauty with Purpose. </a:t>
            </a:r>
            <a:endParaRPr lang="en-US" sz="4250" b="1" dirty="0">
              <a:solidFill>
                <a:srgbClr val="212721"/>
              </a:solidFill>
              <a:latin typeface="Söhne Breit Fett" panose="020B0305030202060203" pitchFamily="34" charset="77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9965531"/>
            <a:ext cx="1828800" cy="781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7 - Tagline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3270250" y="10341600"/>
            <a:ext cx="34290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0" i="0" dirty="0" err="1">
                <a:solidFill>
                  <a:srgbClr val="262626"/>
                </a:solidFill>
                <a:latin typeface="Söhne Leicht" panose="020B0303030202060203" pitchFamily="34" charset="77"/>
              </a:rPr>
              <a:t>wwpbeauty.com</a:t>
            </a:r>
            <a:endParaRPr lang="en-US" sz="2300" b="0" i="0" dirty="0">
              <a:solidFill>
                <a:srgbClr val="262626"/>
              </a:solidFill>
              <a:latin typeface="Söhne Leicht" panose="020B0303030202060203" pitchFamily="34" charset="77"/>
            </a:endParaRPr>
          </a:p>
          <a:p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3336588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50" b="1" dirty="0">
                <a:solidFill>
                  <a:srgbClr val="212721"/>
                </a:solidFill>
                <a:latin typeface="Söhne Breit Fett" panose="020B0305030202060203" pitchFamily="34" charset="77"/>
              </a:rPr>
              <a:t>Together we Create Beauty with Purpose. </a:t>
            </a:r>
            <a:endParaRPr lang="en-US" sz="4250" b="1" dirty="0">
              <a:solidFill>
                <a:srgbClr val="212721"/>
              </a:solidFill>
              <a:latin typeface="Söhne Breit Fett" panose="020B0305030202060203" pitchFamily="34" charset="77"/>
            </a:endParaRP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4693900" y="5755424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14693900" y="4938606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4693900" y="5336389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4693900" y="99004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14693900" y="90836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4693900" y="94814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14693900" y="78430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14693900" y="70262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14693900" y="74240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pic>
        <p:nvPicPr>
          <p:cNvPr id="14" name="Graphic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9965531"/>
            <a:ext cx="1828800" cy="781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7 - Tagline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601662" y="10341600"/>
            <a:ext cx="34290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300" b="0" i="0" dirty="0" err="1">
                <a:solidFill>
                  <a:srgbClr val="262626"/>
                </a:solidFill>
                <a:latin typeface="Söhne Leicht" panose="020B0303030202060203" pitchFamily="34" charset="77"/>
              </a:rPr>
              <a:t>wwpbeauty.com</a:t>
            </a:r>
            <a:endParaRPr lang="en-US" sz="2300" b="0" i="0" dirty="0">
              <a:solidFill>
                <a:srgbClr val="262626"/>
              </a:solidFill>
              <a:latin typeface="Söhne Leicht" panose="020B0303030202060203" pitchFamily="34" charset="77"/>
            </a:endParaRPr>
          </a:p>
          <a:p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601662" y="4938606"/>
            <a:ext cx="13260388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50" b="1" dirty="0">
                <a:solidFill>
                  <a:srgbClr val="212721"/>
                </a:solidFill>
                <a:latin typeface="Söhne Breit Fett" panose="020B0305030202060203" pitchFamily="34" charset="77"/>
              </a:rPr>
              <a:t>Together we Create Beauty with Purpose. </a:t>
            </a:r>
            <a:endParaRPr lang="en-US" sz="4250" b="1" dirty="0">
              <a:solidFill>
                <a:srgbClr val="212721"/>
              </a:solidFill>
              <a:latin typeface="Söhne Breit Fett" panose="020B0305030202060203" pitchFamily="34" charset="77"/>
            </a:endParaRP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4693900" y="5755424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14693900" y="4938606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4693900" y="5336389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14693900" y="99004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14693900" y="90836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4693900" y="94814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14693900" y="7843093"/>
            <a:ext cx="4654550" cy="73060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Contact (Email &amp; Phone)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3" hasCustomPrompt="1"/>
          </p:nvPr>
        </p:nvSpPr>
        <p:spPr>
          <a:xfrm>
            <a:off x="14693900" y="7026275"/>
            <a:ext cx="4654550" cy="34079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00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Title</a:t>
            </a:r>
            <a:endParaRPr lang="en-US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14693900" y="7424058"/>
            <a:ext cx="465455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0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Name</a:t>
            </a:r>
            <a:endParaRPr lang="en-US" dirty="0"/>
          </a:p>
        </p:txBody>
      </p:sp>
      <p:pic>
        <p:nvPicPr>
          <p:cNvPr id="15" name="Graphic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50" y="777875"/>
            <a:ext cx="1828800" cy="781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ndering Template - no bottom s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4"/>
          <p:cNvSpPr txBox="1"/>
          <p:nvPr userDrawn="1"/>
        </p:nvSpPr>
        <p:spPr>
          <a:xfrm>
            <a:off x="17581977" y="10497932"/>
            <a:ext cx="2072005" cy="14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00"/>
              </a:spcBef>
            </a:pPr>
            <a:endParaRPr lang="en-US" sz="750" dirty="0">
              <a:solidFill>
                <a:srgbClr val="262626"/>
              </a:solidFill>
              <a:latin typeface="Söhne Test" panose="020B0503030202060203" charset="0"/>
              <a:cs typeface="Söhne Test" panose="020B0503030202060203" charset="0"/>
            </a:endParaRPr>
          </a:p>
        </p:txBody>
      </p:sp>
      <p:sp>
        <p:nvSpPr>
          <p:cNvPr id="13" name="object 5"/>
          <p:cNvSpPr/>
          <p:nvPr userDrawn="1"/>
        </p:nvSpPr>
        <p:spPr>
          <a:xfrm>
            <a:off x="17531805" y="376954"/>
            <a:ext cx="1313180" cy="562610"/>
          </a:xfrm>
          <a:custGeom>
            <a:avLst/>
            <a:gdLst/>
            <a:ahLst/>
            <a:cxnLst/>
            <a:rect l="l" t="t" r="r" b="b"/>
            <a:pathLst>
              <a:path w="1313180" h="562610">
                <a:moveTo>
                  <a:pt x="243166" y="396138"/>
                </a:moveTo>
                <a:lnTo>
                  <a:pt x="235648" y="356654"/>
                </a:lnTo>
                <a:lnTo>
                  <a:pt x="219519" y="332600"/>
                </a:lnTo>
                <a:lnTo>
                  <a:pt x="219519" y="396138"/>
                </a:lnTo>
                <a:lnTo>
                  <a:pt x="213106" y="428752"/>
                </a:lnTo>
                <a:lnTo>
                  <a:pt x="195414" y="453682"/>
                </a:lnTo>
                <a:lnTo>
                  <a:pt x="168706" y="469595"/>
                </a:lnTo>
                <a:lnTo>
                  <a:pt x="135293" y="475195"/>
                </a:lnTo>
                <a:lnTo>
                  <a:pt x="104990" y="470141"/>
                </a:lnTo>
                <a:lnTo>
                  <a:pt x="77939" y="455244"/>
                </a:lnTo>
                <a:lnTo>
                  <a:pt x="74688" y="451192"/>
                </a:lnTo>
                <a:lnTo>
                  <a:pt x="58508" y="430936"/>
                </a:lnTo>
                <a:lnTo>
                  <a:pt x="51066" y="397624"/>
                </a:lnTo>
                <a:lnTo>
                  <a:pt x="51066" y="395033"/>
                </a:lnTo>
                <a:lnTo>
                  <a:pt x="74561" y="341464"/>
                </a:lnTo>
                <a:lnTo>
                  <a:pt x="135293" y="317093"/>
                </a:lnTo>
                <a:lnTo>
                  <a:pt x="168706" y="322732"/>
                </a:lnTo>
                <a:lnTo>
                  <a:pt x="195414" y="338747"/>
                </a:lnTo>
                <a:lnTo>
                  <a:pt x="213106" y="363677"/>
                </a:lnTo>
                <a:lnTo>
                  <a:pt x="219519" y="396138"/>
                </a:lnTo>
                <a:lnTo>
                  <a:pt x="219519" y="332600"/>
                </a:lnTo>
                <a:lnTo>
                  <a:pt x="214350" y="324891"/>
                </a:lnTo>
                <a:lnTo>
                  <a:pt x="202095" y="317093"/>
                </a:lnTo>
                <a:lnTo>
                  <a:pt x="181127" y="303720"/>
                </a:lnTo>
                <a:lnTo>
                  <a:pt x="137871" y="296037"/>
                </a:lnTo>
                <a:lnTo>
                  <a:pt x="109524" y="299542"/>
                </a:lnTo>
                <a:lnTo>
                  <a:pt x="85331" y="309194"/>
                </a:lnTo>
                <a:lnTo>
                  <a:pt x="65976" y="323608"/>
                </a:lnTo>
                <a:lnTo>
                  <a:pt x="52171" y="341464"/>
                </a:lnTo>
                <a:lnTo>
                  <a:pt x="52171" y="227304"/>
                </a:lnTo>
                <a:lnTo>
                  <a:pt x="27787" y="227304"/>
                </a:lnTo>
                <a:lnTo>
                  <a:pt x="27787" y="492556"/>
                </a:lnTo>
                <a:lnTo>
                  <a:pt x="52171" y="492556"/>
                </a:lnTo>
                <a:lnTo>
                  <a:pt x="52171" y="451192"/>
                </a:lnTo>
                <a:lnTo>
                  <a:pt x="65976" y="468833"/>
                </a:lnTo>
                <a:lnTo>
                  <a:pt x="85331" y="483146"/>
                </a:lnTo>
                <a:lnTo>
                  <a:pt x="109524" y="492747"/>
                </a:lnTo>
                <a:lnTo>
                  <a:pt x="137871" y="496252"/>
                </a:lnTo>
                <a:lnTo>
                  <a:pt x="181127" y="488607"/>
                </a:lnTo>
                <a:lnTo>
                  <a:pt x="202272" y="475195"/>
                </a:lnTo>
                <a:lnTo>
                  <a:pt x="214350" y="467537"/>
                </a:lnTo>
                <a:lnTo>
                  <a:pt x="235648" y="435787"/>
                </a:lnTo>
                <a:lnTo>
                  <a:pt x="243166" y="396138"/>
                </a:lnTo>
                <a:close/>
              </a:path>
              <a:path w="1313180" h="562610">
                <a:moveTo>
                  <a:pt x="376389" y="4533"/>
                </a:moveTo>
                <a:lnTo>
                  <a:pt x="302399" y="4533"/>
                </a:lnTo>
                <a:lnTo>
                  <a:pt x="261251" y="119303"/>
                </a:lnTo>
                <a:lnTo>
                  <a:pt x="222745" y="4533"/>
                </a:lnTo>
                <a:lnTo>
                  <a:pt x="157429" y="4533"/>
                </a:lnTo>
                <a:lnTo>
                  <a:pt x="118554" y="119303"/>
                </a:lnTo>
                <a:lnTo>
                  <a:pt x="77393" y="4533"/>
                </a:lnTo>
                <a:lnTo>
                  <a:pt x="0" y="4533"/>
                </a:lnTo>
                <a:lnTo>
                  <a:pt x="79654" y="203873"/>
                </a:lnTo>
                <a:lnTo>
                  <a:pt x="147243" y="203873"/>
                </a:lnTo>
                <a:lnTo>
                  <a:pt x="188391" y="87210"/>
                </a:lnTo>
                <a:lnTo>
                  <a:pt x="229158" y="203873"/>
                </a:lnTo>
                <a:lnTo>
                  <a:pt x="297103" y="203873"/>
                </a:lnTo>
                <a:lnTo>
                  <a:pt x="376389" y="4533"/>
                </a:lnTo>
                <a:close/>
              </a:path>
              <a:path w="1313180" h="562610">
                <a:moveTo>
                  <a:pt x="468515" y="390969"/>
                </a:moveTo>
                <a:lnTo>
                  <a:pt x="466839" y="382104"/>
                </a:lnTo>
                <a:lnTo>
                  <a:pt x="461479" y="353847"/>
                </a:lnTo>
                <a:lnTo>
                  <a:pt x="444881" y="329031"/>
                </a:lnTo>
                <a:lnTo>
                  <a:pt x="444881" y="382104"/>
                </a:lnTo>
                <a:lnTo>
                  <a:pt x="283438" y="382104"/>
                </a:lnTo>
                <a:lnTo>
                  <a:pt x="293255" y="355104"/>
                </a:lnTo>
                <a:lnTo>
                  <a:pt x="311556" y="334632"/>
                </a:lnTo>
                <a:lnTo>
                  <a:pt x="336575" y="321627"/>
                </a:lnTo>
                <a:lnTo>
                  <a:pt x="366547" y="317080"/>
                </a:lnTo>
                <a:lnTo>
                  <a:pt x="399097" y="322935"/>
                </a:lnTo>
                <a:lnTo>
                  <a:pt x="423303" y="338099"/>
                </a:lnTo>
                <a:lnTo>
                  <a:pt x="438708" y="359016"/>
                </a:lnTo>
                <a:lnTo>
                  <a:pt x="444881" y="382104"/>
                </a:lnTo>
                <a:lnTo>
                  <a:pt x="444881" y="329031"/>
                </a:lnTo>
                <a:lnTo>
                  <a:pt x="441312" y="323684"/>
                </a:lnTo>
                <a:lnTo>
                  <a:pt x="430923" y="317080"/>
                </a:lnTo>
                <a:lnTo>
                  <a:pt x="409448" y="303428"/>
                </a:lnTo>
                <a:lnTo>
                  <a:pt x="367296" y="296024"/>
                </a:lnTo>
                <a:lnTo>
                  <a:pt x="323583" y="303618"/>
                </a:lnTo>
                <a:lnTo>
                  <a:pt x="289356" y="324612"/>
                </a:lnTo>
                <a:lnTo>
                  <a:pt x="267030" y="356336"/>
                </a:lnTo>
                <a:lnTo>
                  <a:pt x="259054" y="396138"/>
                </a:lnTo>
                <a:lnTo>
                  <a:pt x="267093" y="436410"/>
                </a:lnTo>
                <a:lnTo>
                  <a:pt x="289483" y="468083"/>
                </a:lnTo>
                <a:lnTo>
                  <a:pt x="323735" y="488823"/>
                </a:lnTo>
                <a:lnTo>
                  <a:pt x="367296" y="496265"/>
                </a:lnTo>
                <a:lnTo>
                  <a:pt x="403402" y="491337"/>
                </a:lnTo>
                <a:lnTo>
                  <a:pt x="432549" y="477964"/>
                </a:lnTo>
                <a:lnTo>
                  <a:pt x="435965" y="474827"/>
                </a:lnTo>
                <a:lnTo>
                  <a:pt x="453999" y="458228"/>
                </a:lnTo>
                <a:lnTo>
                  <a:pt x="467042" y="434200"/>
                </a:lnTo>
                <a:lnTo>
                  <a:pt x="446722" y="423849"/>
                </a:lnTo>
                <a:lnTo>
                  <a:pt x="436283" y="444284"/>
                </a:lnTo>
                <a:lnTo>
                  <a:pt x="419201" y="460425"/>
                </a:lnTo>
                <a:lnTo>
                  <a:pt x="396024" y="471017"/>
                </a:lnTo>
                <a:lnTo>
                  <a:pt x="367296" y="474827"/>
                </a:lnTo>
                <a:lnTo>
                  <a:pt x="334594" y="469569"/>
                </a:lnTo>
                <a:lnTo>
                  <a:pt x="308190" y="454698"/>
                </a:lnTo>
                <a:lnTo>
                  <a:pt x="290093" y="431507"/>
                </a:lnTo>
                <a:lnTo>
                  <a:pt x="282321" y="401320"/>
                </a:lnTo>
                <a:lnTo>
                  <a:pt x="468515" y="401320"/>
                </a:lnTo>
                <a:lnTo>
                  <a:pt x="468515" y="390969"/>
                </a:lnTo>
                <a:close/>
              </a:path>
              <a:path w="1313180" h="562610">
                <a:moveTo>
                  <a:pt x="705319" y="472236"/>
                </a:moveTo>
                <a:lnTo>
                  <a:pt x="691921" y="473964"/>
                </a:lnTo>
                <a:lnTo>
                  <a:pt x="681532" y="472198"/>
                </a:lnTo>
                <a:lnTo>
                  <a:pt x="674827" y="466471"/>
                </a:lnTo>
                <a:lnTo>
                  <a:pt x="672617" y="457098"/>
                </a:lnTo>
                <a:lnTo>
                  <a:pt x="672439" y="456349"/>
                </a:lnTo>
                <a:lnTo>
                  <a:pt x="672439" y="391706"/>
                </a:lnTo>
                <a:lnTo>
                  <a:pt x="672363" y="364007"/>
                </a:lnTo>
                <a:lnTo>
                  <a:pt x="666496" y="335305"/>
                </a:lnTo>
                <a:lnTo>
                  <a:pt x="652348" y="317461"/>
                </a:lnTo>
                <a:lnTo>
                  <a:pt x="649490" y="313855"/>
                </a:lnTo>
                <a:lnTo>
                  <a:pt x="622719" y="300570"/>
                </a:lnTo>
                <a:lnTo>
                  <a:pt x="587476" y="296024"/>
                </a:lnTo>
                <a:lnTo>
                  <a:pt x="555650" y="299872"/>
                </a:lnTo>
                <a:lnTo>
                  <a:pt x="527951" y="310718"/>
                </a:lnTo>
                <a:lnTo>
                  <a:pt x="506272" y="327507"/>
                </a:lnTo>
                <a:lnTo>
                  <a:pt x="492531" y="349224"/>
                </a:lnTo>
                <a:lnTo>
                  <a:pt x="513588" y="358825"/>
                </a:lnTo>
                <a:lnTo>
                  <a:pt x="523671" y="341922"/>
                </a:lnTo>
                <a:lnTo>
                  <a:pt x="540194" y="328866"/>
                </a:lnTo>
                <a:lnTo>
                  <a:pt x="561695" y="320446"/>
                </a:lnTo>
                <a:lnTo>
                  <a:pt x="586740" y="317461"/>
                </a:lnTo>
                <a:lnTo>
                  <a:pt x="612800" y="320725"/>
                </a:lnTo>
                <a:lnTo>
                  <a:pt x="632307" y="330060"/>
                </a:lnTo>
                <a:lnTo>
                  <a:pt x="644550" y="344728"/>
                </a:lnTo>
                <a:lnTo>
                  <a:pt x="648804" y="364007"/>
                </a:lnTo>
                <a:lnTo>
                  <a:pt x="648804" y="372122"/>
                </a:lnTo>
                <a:lnTo>
                  <a:pt x="648804" y="391706"/>
                </a:lnTo>
                <a:lnTo>
                  <a:pt x="648804" y="413131"/>
                </a:lnTo>
                <a:lnTo>
                  <a:pt x="641045" y="441020"/>
                </a:lnTo>
                <a:lnTo>
                  <a:pt x="620864" y="460603"/>
                </a:lnTo>
                <a:lnTo>
                  <a:pt x="592848" y="472147"/>
                </a:lnTo>
                <a:lnTo>
                  <a:pt x="561619" y="475932"/>
                </a:lnTo>
                <a:lnTo>
                  <a:pt x="539902" y="473557"/>
                </a:lnTo>
                <a:lnTo>
                  <a:pt x="523100" y="466610"/>
                </a:lnTo>
                <a:lnTo>
                  <a:pt x="512267" y="455358"/>
                </a:lnTo>
                <a:lnTo>
                  <a:pt x="508419" y="440105"/>
                </a:lnTo>
                <a:lnTo>
                  <a:pt x="512953" y="423125"/>
                </a:lnTo>
                <a:lnTo>
                  <a:pt x="525272" y="411797"/>
                </a:lnTo>
                <a:lnTo>
                  <a:pt x="543483" y="404825"/>
                </a:lnTo>
                <a:lnTo>
                  <a:pt x="565683" y="400939"/>
                </a:lnTo>
                <a:lnTo>
                  <a:pt x="648804" y="391706"/>
                </a:lnTo>
                <a:lnTo>
                  <a:pt x="648804" y="372122"/>
                </a:lnTo>
                <a:lnTo>
                  <a:pt x="562724" y="381368"/>
                </a:lnTo>
                <a:lnTo>
                  <a:pt x="506666" y="398818"/>
                </a:lnTo>
                <a:lnTo>
                  <a:pt x="484403" y="440105"/>
                </a:lnTo>
                <a:lnTo>
                  <a:pt x="490308" y="464616"/>
                </a:lnTo>
                <a:lnTo>
                  <a:pt x="506437" y="482168"/>
                </a:lnTo>
                <a:lnTo>
                  <a:pt x="530377" y="492721"/>
                </a:lnTo>
                <a:lnTo>
                  <a:pt x="559765" y="496252"/>
                </a:lnTo>
                <a:lnTo>
                  <a:pt x="586790" y="493763"/>
                </a:lnTo>
                <a:lnTo>
                  <a:pt x="611898" y="486371"/>
                </a:lnTo>
                <a:lnTo>
                  <a:pt x="630301" y="475932"/>
                </a:lnTo>
                <a:lnTo>
                  <a:pt x="633488" y="474129"/>
                </a:lnTo>
                <a:lnTo>
                  <a:pt x="649909" y="457098"/>
                </a:lnTo>
                <a:lnTo>
                  <a:pt x="650278" y="463003"/>
                </a:lnTo>
                <a:lnTo>
                  <a:pt x="655243" y="478586"/>
                </a:lnTo>
                <a:lnTo>
                  <a:pt x="666432" y="489000"/>
                </a:lnTo>
                <a:lnTo>
                  <a:pt x="683310" y="493814"/>
                </a:lnTo>
                <a:lnTo>
                  <a:pt x="705319" y="492556"/>
                </a:lnTo>
                <a:lnTo>
                  <a:pt x="705319" y="473964"/>
                </a:lnTo>
                <a:lnTo>
                  <a:pt x="705319" y="472236"/>
                </a:lnTo>
                <a:close/>
              </a:path>
              <a:path w="1313180" h="562610">
                <a:moveTo>
                  <a:pt x="759193" y="4533"/>
                </a:moveTo>
                <a:lnTo>
                  <a:pt x="685203" y="4533"/>
                </a:lnTo>
                <a:lnTo>
                  <a:pt x="644055" y="119291"/>
                </a:lnTo>
                <a:lnTo>
                  <a:pt x="605548" y="4533"/>
                </a:lnTo>
                <a:lnTo>
                  <a:pt x="540245" y="4533"/>
                </a:lnTo>
                <a:lnTo>
                  <a:pt x="501345" y="119291"/>
                </a:lnTo>
                <a:lnTo>
                  <a:pt x="460197" y="4533"/>
                </a:lnTo>
                <a:lnTo>
                  <a:pt x="382816" y="4533"/>
                </a:lnTo>
                <a:lnTo>
                  <a:pt x="462457" y="203873"/>
                </a:lnTo>
                <a:lnTo>
                  <a:pt x="530047" y="203873"/>
                </a:lnTo>
                <a:lnTo>
                  <a:pt x="571195" y="87210"/>
                </a:lnTo>
                <a:lnTo>
                  <a:pt x="611962" y="203873"/>
                </a:lnTo>
                <a:lnTo>
                  <a:pt x="679919" y="203873"/>
                </a:lnTo>
                <a:lnTo>
                  <a:pt x="759193" y="4533"/>
                </a:lnTo>
                <a:close/>
              </a:path>
              <a:path w="1313180" h="562610">
                <a:moveTo>
                  <a:pt x="894105" y="299720"/>
                </a:moveTo>
                <a:lnTo>
                  <a:pt x="869721" y="299720"/>
                </a:lnTo>
                <a:lnTo>
                  <a:pt x="869721" y="399846"/>
                </a:lnTo>
                <a:lnTo>
                  <a:pt x="864019" y="430555"/>
                </a:lnTo>
                <a:lnTo>
                  <a:pt x="848487" y="453821"/>
                </a:lnTo>
                <a:lnTo>
                  <a:pt x="825461" y="468566"/>
                </a:lnTo>
                <a:lnTo>
                  <a:pt x="797306" y="473722"/>
                </a:lnTo>
                <a:lnTo>
                  <a:pt x="769048" y="468731"/>
                </a:lnTo>
                <a:lnTo>
                  <a:pt x="749388" y="454875"/>
                </a:lnTo>
                <a:lnTo>
                  <a:pt x="737882" y="433819"/>
                </a:lnTo>
                <a:lnTo>
                  <a:pt x="734148" y="407225"/>
                </a:lnTo>
                <a:lnTo>
                  <a:pt x="734148" y="299720"/>
                </a:lnTo>
                <a:lnTo>
                  <a:pt x="709764" y="299720"/>
                </a:lnTo>
                <a:lnTo>
                  <a:pt x="709764" y="409448"/>
                </a:lnTo>
                <a:lnTo>
                  <a:pt x="715111" y="444512"/>
                </a:lnTo>
                <a:lnTo>
                  <a:pt x="730910" y="471970"/>
                </a:lnTo>
                <a:lnTo>
                  <a:pt x="756831" y="489864"/>
                </a:lnTo>
                <a:lnTo>
                  <a:pt x="792518" y="496252"/>
                </a:lnTo>
                <a:lnTo>
                  <a:pt x="819327" y="492721"/>
                </a:lnTo>
                <a:lnTo>
                  <a:pt x="840816" y="483184"/>
                </a:lnTo>
                <a:lnTo>
                  <a:pt x="857453" y="469290"/>
                </a:lnTo>
                <a:lnTo>
                  <a:pt x="869721" y="452666"/>
                </a:lnTo>
                <a:lnTo>
                  <a:pt x="869721" y="492556"/>
                </a:lnTo>
                <a:lnTo>
                  <a:pt x="894105" y="492556"/>
                </a:lnTo>
                <a:lnTo>
                  <a:pt x="894105" y="299720"/>
                </a:lnTo>
                <a:close/>
              </a:path>
              <a:path w="1313180" h="562610">
                <a:moveTo>
                  <a:pt x="1012672" y="104203"/>
                </a:moveTo>
                <a:lnTo>
                  <a:pt x="1005535" y="63715"/>
                </a:lnTo>
                <a:lnTo>
                  <a:pt x="1001344" y="57010"/>
                </a:lnTo>
                <a:lnTo>
                  <a:pt x="984783" y="30581"/>
                </a:lnTo>
                <a:lnTo>
                  <a:pt x="976871" y="25298"/>
                </a:lnTo>
                <a:lnTo>
                  <a:pt x="951344" y="8216"/>
                </a:lnTo>
                <a:lnTo>
                  <a:pt x="942060" y="6527"/>
                </a:lnTo>
                <a:lnTo>
                  <a:pt x="942060" y="104203"/>
                </a:lnTo>
                <a:lnTo>
                  <a:pt x="937831" y="124472"/>
                </a:lnTo>
                <a:lnTo>
                  <a:pt x="926350" y="139268"/>
                </a:lnTo>
                <a:lnTo>
                  <a:pt x="909421" y="148323"/>
                </a:lnTo>
                <a:lnTo>
                  <a:pt x="888834" y="151396"/>
                </a:lnTo>
                <a:lnTo>
                  <a:pt x="868159" y="148018"/>
                </a:lnTo>
                <a:lnTo>
                  <a:pt x="851369" y="138557"/>
                </a:lnTo>
                <a:lnTo>
                  <a:pt x="840105" y="124002"/>
                </a:lnTo>
                <a:lnTo>
                  <a:pt x="835977" y="105333"/>
                </a:lnTo>
                <a:lnTo>
                  <a:pt x="835977" y="103073"/>
                </a:lnTo>
                <a:lnTo>
                  <a:pt x="840105" y="84404"/>
                </a:lnTo>
                <a:lnTo>
                  <a:pt x="851369" y="69850"/>
                </a:lnTo>
                <a:lnTo>
                  <a:pt x="868159" y="60388"/>
                </a:lnTo>
                <a:lnTo>
                  <a:pt x="888834" y="57010"/>
                </a:lnTo>
                <a:lnTo>
                  <a:pt x="909421" y="60083"/>
                </a:lnTo>
                <a:lnTo>
                  <a:pt x="926350" y="69138"/>
                </a:lnTo>
                <a:lnTo>
                  <a:pt x="937831" y="83934"/>
                </a:lnTo>
                <a:lnTo>
                  <a:pt x="942060" y="104203"/>
                </a:lnTo>
                <a:lnTo>
                  <a:pt x="942060" y="6527"/>
                </a:lnTo>
                <a:lnTo>
                  <a:pt x="906195" y="0"/>
                </a:lnTo>
                <a:lnTo>
                  <a:pt x="884059" y="1993"/>
                </a:lnTo>
                <a:lnTo>
                  <a:pt x="864958" y="7416"/>
                </a:lnTo>
                <a:lnTo>
                  <a:pt x="849401" y="15455"/>
                </a:lnTo>
                <a:lnTo>
                  <a:pt x="837869" y="25298"/>
                </a:lnTo>
                <a:lnTo>
                  <a:pt x="837869" y="4533"/>
                </a:lnTo>
                <a:lnTo>
                  <a:pt x="766140" y="4533"/>
                </a:lnTo>
                <a:lnTo>
                  <a:pt x="766140" y="269176"/>
                </a:lnTo>
                <a:lnTo>
                  <a:pt x="837869" y="269176"/>
                </a:lnTo>
                <a:lnTo>
                  <a:pt x="837869" y="183095"/>
                </a:lnTo>
                <a:lnTo>
                  <a:pt x="849401" y="192951"/>
                </a:lnTo>
                <a:lnTo>
                  <a:pt x="864958" y="200990"/>
                </a:lnTo>
                <a:lnTo>
                  <a:pt x="884059" y="206413"/>
                </a:lnTo>
                <a:lnTo>
                  <a:pt x="906195" y="208394"/>
                </a:lnTo>
                <a:lnTo>
                  <a:pt x="951344" y="200190"/>
                </a:lnTo>
                <a:lnTo>
                  <a:pt x="976884" y="183095"/>
                </a:lnTo>
                <a:lnTo>
                  <a:pt x="984783" y="177812"/>
                </a:lnTo>
                <a:lnTo>
                  <a:pt x="1001331" y="151396"/>
                </a:lnTo>
                <a:lnTo>
                  <a:pt x="1005535" y="144691"/>
                </a:lnTo>
                <a:lnTo>
                  <a:pt x="1012672" y="104203"/>
                </a:lnTo>
                <a:close/>
              </a:path>
              <a:path w="1313180" h="562610">
                <a:moveTo>
                  <a:pt x="1080287" y="484809"/>
                </a:moveTo>
                <a:lnTo>
                  <a:pt x="1075486" y="463372"/>
                </a:lnTo>
                <a:lnTo>
                  <a:pt x="1064006" y="467372"/>
                </a:lnTo>
                <a:lnTo>
                  <a:pt x="1052309" y="470395"/>
                </a:lnTo>
                <a:lnTo>
                  <a:pt x="1040485" y="472313"/>
                </a:lnTo>
                <a:lnTo>
                  <a:pt x="1028573" y="472986"/>
                </a:lnTo>
                <a:lnTo>
                  <a:pt x="1008659" y="471043"/>
                </a:lnTo>
                <a:lnTo>
                  <a:pt x="993660" y="464616"/>
                </a:lnTo>
                <a:lnTo>
                  <a:pt x="984199" y="452869"/>
                </a:lnTo>
                <a:lnTo>
                  <a:pt x="980909" y="434936"/>
                </a:lnTo>
                <a:lnTo>
                  <a:pt x="980909" y="320776"/>
                </a:lnTo>
                <a:lnTo>
                  <a:pt x="1073277" y="320776"/>
                </a:lnTo>
                <a:lnTo>
                  <a:pt x="1073277" y="299720"/>
                </a:lnTo>
                <a:lnTo>
                  <a:pt x="980909" y="299720"/>
                </a:lnTo>
                <a:lnTo>
                  <a:pt x="980909" y="243928"/>
                </a:lnTo>
                <a:lnTo>
                  <a:pt x="956538" y="243928"/>
                </a:lnTo>
                <a:lnTo>
                  <a:pt x="956538" y="299720"/>
                </a:lnTo>
                <a:lnTo>
                  <a:pt x="911110" y="299720"/>
                </a:lnTo>
                <a:lnTo>
                  <a:pt x="911110" y="320776"/>
                </a:lnTo>
                <a:lnTo>
                  <a:pt x="956538" y="320776"/>
                </a:lnTo>
                <a:lnTo>
                  <a:pt x="956538" y="436410"/>
                </a:lnTo>
                <a:lnTo>
                  <a:pt x="961669" y="463664"/>
                </a:lnTo>
                <a:lnTo>
                  <a:pt x="975982" y="481850"/>
                </a:lnTo>
                <a:lnTo>
                  <a:pt x="997839" y="491998"/>
                </a:lnTo>
                <a:lnTo>
                  <a:pt x="1025626" y="495147"/>
                </a:lnTo>
                <a:lnTo>
                  <a:pt x="1040142" y="494309"/>
                </a:lnTo>
                <a:lnTo>
                  <a:pt x="1054481" y="492048"/>
                </a:lnTo>
                <a:lnTo>
                  <a:pt x="1068070" y="488759"/>
                </a:lnTo>
                <a:lnTo>
                  <a:pt x="1080287" y="484809"/>
                </a:lnTo>
                <a:close/>
              </a:path>
              <a:path w="1313180" h="562610">
                <a:moveTo>
                  <a:pt x="1312557" y="299720"/>
                </a:moveTo>
                <a:lnTo>
                  <a:pt x="1285951" y="299720"/>
                </a:lnTo>
                <a:lnTo>
                  <a:pt x="1199502" y="466331"/>
                </a:lnTo>
                <a:lnTo>
                  <a:pt x="1112697" y="299720"/>
                </a:lnTo>
                <a:lnTo>
                  <a:pt x="1085723" y="299720"/>
                </a:lnTo>
                <a:lnTo>
                  <a:pt x="1186573" y="491083"/>
                </a:lnTo>
                <a:lnTo>
                  <a:pt x="1177709" y="508812"/>
                </a:lnTo>
                <a:lnTo>
                  <a:pt x="1168349" y="524179"/>
                </a:lnTo>
                <a:lnTo>
                  <a:pt x="1157427" y="534212"/>
                </a:lnTo>
                <a:lnTo>
                  <a:pt x="1144917" y="539673"/>
                </a:lnTo>
                <a:lnTo>
                  <a:pt x="1130782" y="541324"/>
                </a:lnTo>
                <a:lnTo>
                  <a:pt x="1124204" y="541032"/>
                </a:lnTo>
                <a:lnTo>
                  <a:pt x="1118044" y="540080"/>
                </a:lnTo>
                <a:lnTo>
                  <a:pt x="1111885" y="538365"/>
                </a:lnTo>
                <a:lnTo>
                  <a:pt x="1105306" y="535787"/>
                </a:lnTo>
                <a:lnTo>
                  <a:pt x="1100493" y="556844"/>
                </a:lnTo>
                <a:lnTo>
                  <a:pt x="1106805" y="559104"/>
                </a:lnTo>
                <a:lnTo>
                  <a:pt x="1114628" y="560857"/>
                </a:lnTo>
                <a:lnTo>
                  <a:pt x="1123149" y="561987"/>
                </a:lnTo>
                <a:lnTo>
                  <a:pt x="1131531" y="562381"/>
                </a:lnTo>
                <a:lnTo>
                  <a:pt x="1152588" y="560057"/>
                </a:lnTo>
                <a:lnTo>
                  <a:pt x="1170368" y="552411"/>
                </a:lnTo>
                <a:lnTo>
                  <a:pt x="1185710" y="538378"/>
                </a:lnTo>
                <a:lnTo>
                  <a:pt x="1199502" y="516953"/>
                </a:lnTo>
                <a:lnTo>
                  <a:pt x="1312557" y="29972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1" y="0"/>
            <a:ext cx="17138650" cy="113093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7443450" y="10455275"/>
            <a:ext cx="2146935" cy="523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>
              <a:lnSpc>
                <a:spcPct val="127000"/>
              </a:lnSpc>
              <a:spcBef>
                <a:spcPts val="0"/>
              </a:spcBef>
            </a:pPr>
            <a:r>
              <a:rPr lang="en-US" sz="750" b="0" i="0" kern="1200" dirty="0">
                <a:solidFill>
                  <a:schemeClr val="tx1"/>
                </a:solidFill>
                <a:effectLst/>
                <a:latin typeface="Söhne Test" panose="020B0503030202060203" charset="0"/>
                <a:ea typeface="+mn-ea"/>
                <a:cs typeface="+mn-cs"/>
              </a:rPr>
              <a:t>Confidential and proprietary information owned by WWP Beauty. Unauthorized </a:t>
            </a:r>
            <a:endParaRPr lang="en-US" sz="750" b="0" i="0" kern="1200" dirty="0">
              <a:solidFill>
                <a:schemeClr val="tx1"/>
              </a:solidFill>
              <a:effectLst/>
              <a:latin typeface="Söhne Test" panose="020B0503030202060203" charset="0"/>
              <a:ea typeface="+mn-ea"/>
              <a:cs typeface="+mn-cs"/>
            </a:endParaRPr>
          </a:p>
          <a:p>
            <a:pPr marL="0">
              <a:lnSpc>
                <a:spcPct val="127000"/>
              </a:lnSpc>
              <a:spcBef>
                <a:spcPts val="0"/>
              </a:spcBef>
            </a:pPr>
            <a:r>
              <a:rPr lang="en-US" sz="750" b="0" i="0" kern="1200" dirty="0">
                <a:solidFill>
                  <a:schemeClr val="tx1"/>
                </a:solidFill>
                <a:effectLst/>
                <a:latin typeface="Söhne Test" panose="020B0503030202060203" charset="0"/>
                <a:ea typeface="+mn-ea"/>
                <a:cs typeface="+mn-cs"/>
              </a:rPr>
              <a:t>use or disclosure prohibited.</a:t>
            </a:r>
            <a:endParaRPr lang="en-US" sz="750" b="0" i="0" kern="1200" dirty="0">
              <a:solidFill>
                <a:schemeClr val="tx1"/>
              </a:solidFill>
              <a:effectLst/>
              <a:latin typeface="Söhne Test" panose="020B0503030202060203" charset="0"/>
              <a:ea typeface="+mn-ea"/>
              <a:cs typeface="+mn-cs"/>
            </a:endParaRP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7443450" y="1471560"/>
            <a:ext cx="2210532" cy="6841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11pt</a:t>
            </a:r>
            <a:endParaRPr lang="en-US" dirty="0"/>
          </a:p>
          <a:p>
            <a:pPr lvl="0"/>
            <a:r>
              <a:rPr lang="en-US" dirty="0"/>
              <a:t>Title Sohne </a:t>
            </a:r>
            <a:r>
              <a:rPr lang="en-US" dirty="0" err="1"/>
              <a:t>fett</a:t>
            </a:r>
            <a:r>
              <a:rPr lang="en-US" dirty="0"/>
              <a:t> 11pt </a:t>
            </a:r>
            <a:endParaRPr lang="en-US" dirty="0"/>
          </a:p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11pt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17443450" y="4702856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17443450" y="2231905"/>
            <a:ext cx="2210532" cy="2250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lang="en-US" sz="1100" b="0" i="0" u="none" strike="noStrike" baseline="0" smtClean="0">
                <a:solidFill>
                  <a:srgbClr val="262626"/>
                </a:solidFill>
                <a:effectLst/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17443450" y="4914304"/>
            <a:ext cx="2210532" cy="2189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17443450" y="5351644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17443450" y="5563092"/>
            <a:ext cx="2210532" cy="2189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17443450" y="5986244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17443450" y="6197692"/>
            <a:ext cx="2210532" cy="6761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Test" panose="020B0503030202060203" charset="0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_Center + (1)Im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-6350" y="0"/>
            <a:ext cx="20104100" cy="113093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2127250" y="1997075"/>
            <a:ext cx="15849600" cy="7315200"/>
          </a:xfrm>
          <a:prstGeom prst="rect">
            <a:avLst/>
          </a:prstGeom>
          <a:solidFill>
            <a:srgbClr val="F3C6B7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63950" y="3630096"/>
            <a:ext cx="12636186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1" i="0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</a:t>
            </a:r>
            <a:r>
              <a:rPr lang="en-US" dirty="0" err="1"/>
              <a:t>Sohne</a:t>
            </a:r>
            <a:r>
              <a:rPr lang="en-US" dirty="0"/>
              <a:t> font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4900" y="4079701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44900" y="4704169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3644900" y="5426075"/>
            <a:ext cx="12655236" cy="2514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_Center + (1)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-6350" y="0"/>
            <a:ext cx="20104100" cy="113093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2127250" y="1997075"/>
            <a:ext cx="15849600" cy="7315200"/>
          </a:xfrm>
          <a:prstGeom prst="rect">
            <a:avLst/>
          </a:prstGeom>
          <a:solidFill>
            <a:srgbClr val="BAD5DE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63950" y="3630096"/>
            <a:ext cx="12636186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1" i="0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</a:t>
            </a:r>
            <a:r>
              <a:rPr lang="en-US" dirty="0" err="1"/>
              <a:t>Sohne</a:t>
            </a:r>
            <a:r>
              <a:rPr lang="en-US" dirty="0"/>
              <a:t> font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4900" y="4079701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44900" y="4704169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3644900" y="5426075"/>
            <a:ext cx="12655236" cy="2514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_Center + (1)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-6350" y="0"/>
            <a:ext cx="20104100" cy="113093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2127250" y="1997075"/>
            <a:ext cx="15849600" cy="7315200"/>
          </a:xfrm>
          <a:prstGeom prst="rect">
            <a:avLst/>
          </a:prstGeom>
          <a:solidFill>
            <a:srgbClr val="BBD9A9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63950" y="3630096"/>
            <a:ext cx="12636186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1" i="0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</a:t>
            </a:r>
            <a:r>
              <a:rPr lang="en-US" dirty="0" err="1"/>
              <a:t>Sohne</a:t>
            </a:r>
            <a:r>
              <a:rPr lang="en-US" dirty="0"/>
              <a:t> font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4900" y="4079701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44900" y="4704169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3644900" y="5426075"/>
            <a:ext cx="12655236" cy="2514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_Center + (1)Image t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2127250" y="1997075"/>
            <a:ext cx="15849600" cy="73152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63950" y="3630096"/>
            <a:ext cx="12636186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1" i="0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</a:t>
            </a:r>
            <a:r>
              <a:rPr lang="en-US" dirty="0" err="1"/>
              <a:t>Sohne</a:t>
            </a:r>
            <a:r>
              <a:rPr lang="en-US" dirty="0"/>
              <a:t> font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4900" y="4079701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44900" y="4704169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3644900" y="5426075"/>
            <a:ext cx="12655236" cy="2514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_Center + (1)Image - top bar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838806"/>
            <a:ext cx="20104100" cy="94705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2127250" y="3521075"/>
            <a:ext cx="15849600" cy="6096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object 5"/>
          <p:cNvSpPr/>
          <p:nvPr userDrawn="1"/>
        </p:nvSpPr>
        <p:spPr>
          <a:xfrm>
            <a:off x="0" y="-1"/>
            <a:ext cx="20104100" cy="1838807"/>
          </a:xfrm>
          <a:custGeom>
            <a:avLst/>
            <a:gdLst/>
            <a:ahLst/>
            <a:cxnLst/>
            <a:rect l="l" t="t" r="r" b="b"/>
            <a:pathLst>
              <a:path w="20104100" h="1675764">
                <a:moveTo>
                  <a:pt x="20104099" y="0"/>
                </a:moveTo>
                <a:lnTo>
                  <a:pt x="0" y="0"/>
                </a:lnTo>
                <a:lnTo>
                  <a:pt x="0" y="1675341"/>
                </a:lnTo>
                <a:lnTo>
                  <a:pt x="20104099" y="1675341"/>
                </a:lnTo>
                <a:lnTo>
                  <a:pt x="20104099" y="0"/>
                </a:lnTo>
                <a:close/>
              </a:path>
            </a:pathLst>
          </a:custGeom>
          <a:solidFill>
            <a:srgbClr val="F3C6B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3250" y="625475"/>
            <a:ext cx="12725400" cy="533400"/>
          </a:xfrm>
          <a:prstGeom prst="rect">
            <a:avLst/>
          </a:prstGeom>
        </p:spPr>
        <p:txBody>
          <a:bodyPr/>
          <a:lstStyle>
            <a:lvl1pPr>
              <a:buNone/>
              <a:defRPr sz="41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– Sohne </a:t>
            </a:r>
            <a:r>
              <a:rPr lang="en-US" dirty="0" err="1"/>
              <a:t>Breit</a:t>
            </a:r>
            <a:r>
              <a:rPr lang="en-US" dirty="0"/>
              <a:t> Fett – 41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4900" y="4689301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44900" y="5313769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3644900" y="6035675"/>
            <a:ext cx="12655236" cy="2438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_Center + (1)Image - top bar bl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838806"/>
            <a:ext cx="20104100" cy="94705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2127250" y="3521075"/>
            <a:ext cx="15849600" cy="6096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object 5"/>
          <p:cNvSpPr/>
          <p:nvPr userDrawn="1"/>
        </p:nvSpPr>
        <p:spPr>
          <a:xfrm>
            <a:off x="0" y="-1"/>
            <a:ext cx="20104100" cy="1838807"/>
          </a:xfrm>
          <a:custGeom>
            <a:avLst/>
            <a:gdLst/>
            <a:ahLst/>
            <a:cxnLst/>
            <a:rect l="l" t="t" r="r" b="b"/>
            <a:pathLst>
              <a:path w="20104100" h="1675764">
                <a:moveTo>
                  <a:pt x="20104099" y="0"/>
                </a:moveTo>
                <a:lnTo>
                  <a:pt x="0" y="0"/>
                </a:lnTo>
                <a:lnTo>
                  <a:pt x="0" y="1675341"/>
                </a:lnTo>
                <a:lnTo>
                  <a:pt x="20104099" y="1675341"/>
                </a:lnTo>
                <a:lnTo>
                  <a:pt x="20104099" y="0"/>
                </a:lnTo>
                <a:close/>
              </a:path>
            </a:pathLst>
          </a:custGeom>
          <a:solidFill>
            <a:srgbClr val="BAD5D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4900" y="4689301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44900" y="5313769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3644900" y="6035675"/>
            <a:ext cx="12655236" cy="2438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3250" y="625475"/>
            <a:ext cx="12725400" cy="533400"/>
          </a:xfrm>
          <a:prstGeom prst="rect">
            <a:avLst/>
          </a:prstGeom>
        </p:spPr>
        <p:txBody>
          <a:bodyPr/>
          <a:lstStyle>
            <a:lvl1pPr>
              <a:buNone/>
              <a:defRPr sz="41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– Sohne </a:t>
            </a:r>
            <a:r>
              <a:rPr lang="en-US" dirty="0" err="1"/>
              <a:t>Breit</a:t>
            </a:r>
            <a:r>
              <a:rPr lang="en-US" dirty="0"/>
              <a:t> Fett – 41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_Center + (1)Image - top bar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838806"/>
            <a:ext cx="20104100" cy="94705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2"/>
          </p:nvPr>
        </p:nvSpPr>
        <p:spPr>
          <a:xfrm>
            <a:off x="2127250" y="3521075"/>
            <a:ext cx="15849600" cy="6096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object 5"/>
          <p:cNvSpPr/>
          <p:nvPr userDrawn="1"/>
        </p:nvSpPr>
        <p:spPr>
          <a:xfrm>
            <a:off x="0" y="-1"/>
            <a:ext cx="20104100" cy="1838807"/>
          </a:xfrm>
          <a:custGeom>
            <a:avLst/>
            <a:gdLst/>
            <a:ahLst/>
            <a:cxnLst/>
            <a:rect l="l" t="t" r="r" b="b"/>
            <a:pathLst>
              <a:path w="20104100" h="1675764">
                <a:moveTo>
                  <a:pt x="20104099" y="0"/>
                </a:moveTo>
                <a:lnTo>
                  <a:pt x="0" y="0"/>
                </a:lnTo>
                <a:lnTo>
                  <a:pt x="0" y="1675341"/>
                </a:lnTo>
                <a:lnTo>
                  <a:pt x="20104099" y="1675341"/>
                </a:lnTo>
                <a:lnTo>
                  <a:pt x="20104099" y="0"/>
                </a:lnTo>
                <a:close/>
              </a:path>
            </a:pathLst>
          </a:custGeom>
          <a:solidFill>
            <a:srgbClr val="BBD9A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44900" y="4689301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44900" y="5313769"/>
            <a:ext cx="126555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3644900" y="6035675"/>
            <a:ext cx="12655236" cy="2438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3250" y="625475"/>
            <a:ext cx="12725400" cy="533400"/>
          </a:xfrm>
          <a:prstGeom prst="rect">
            <a:avLst/>
          </a:prstGeom>
        </p:spPr>
        <p:txBody>
          <a:bodyPr/>
          <a:lstStyle>
            <a:lvl1pPr>
              <a:buNone/>
              <a:defRPr sz="41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– Sohne </a:t>
            </a:r>
            <a:r>
              <a:rPr lang="en-US" dirty="0" err="1"/>
              <a:t>Breit</a:t>
            </a:r>
            <a:r>
              <a:rPr lang="en-US" dirty="0"/>
              <a:t> Fett – 41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3_Off Center (1)Image Full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13100050" cy="7924800"/>
          </a:xfrm>
          <a:prstGeom prst="rect">
            <a:avLst/>
          </a:prstGeom>
          <a:solidFill>
            <a:srgbClr val="F3C6B7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        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622300" y="3172896"/>
            <a:ext cx="11564965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0" i="0" cap="all" baseline="0">
                <a:solidFill>
                  <a:srgbClr val="212721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Sohne Fett 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0" y="3622501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4246969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603250" y="4968875"/>
            <a:ext cx="11582400" cy="31242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3_Off Center (1)Image Fu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13100050" cy="7924800"/>
          </a:xfrm>
          <a:prstGeom prst="rect">
            <a:avLst/>
          </a:prstGeom>
          <a:solidFill>
            <a:srgbClr val="BAD5DE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        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622300" y="3172896"/>
            <a:ext cx="11564965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0" i="0" cap="all" baseline="0">
                <a:solidFill>
                  <a:srgbClr val="212721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Sohne Fett 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0" y="3622501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4246969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603250" y="4968875"/>
            <a:ext cx="11582400" cy="31242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3_Off Center (1)Image Full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13100050" cy="7924800"/>
          </a:xfrm>
          <a:prstGeom prst="rect">
            <a:avLst/>
          </a:prstGeom>
          <a:solidFill>
            <a:srgbClr val="BBD9A9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        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622300" y="3172896"/>
            <a:ext cx="11564965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0" i="0" cap="all" baseline="0">
                <a:solidFill>
                  <a:srgbClr val="212721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Sohne Fett 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0" y="3622501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4246969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603250" y="4968875"/>
            <a:ext cx="11582400" cy="31242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3_Off Center (1)Image Full T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Click and insert picture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92275"/>
            <a:ext cx="13100050" cy="79248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        </a:t>
            </a:r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622300" y="3172896"/>
            <a:ext cx="11564965" cy="381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None/>
              <a:defRPr sz="1750" b="0" i="0" cap="all" baseline="0">
                <a:solidFill>
                  <a:srgbClr val="212721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– ALL CAPS - Sohne Fett 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0" y="3622501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4246969"/>
            <a:ext cx="115826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603250" y="4968875"/>
            <a:ext cx="11582400" cy="31242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4_Section title + (1)Image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3633450" y="-3175"/>
            <a:ext cx="6470650" cy="11312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9388475"/>
            <a:ext cx="12422187" cy="609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–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01663" y="10074275"/>
            <a:ext cx="124221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–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4_Section title + (1)Image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3633450" y="-3175"/>
            <a:ext cx="6470650" cy="11312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9388475"/>
            <a:ext cx="12422187" cy="609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–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01663" y="10074275"/>
            <a:ext cx="124221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–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4_Section title + (1)Image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3633450" y="-3175"/>
            <a:ext cx="6470650" cy="11312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9388475"/>
            <a:ext cx="12422187" cy="609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–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01663" y="10074275"/>
            <a:ext cx="124221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–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4_Section title + (1)Image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3633450" y="-3175"/>
            <a:ext cx="6470650" cy="11312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01663" y="9388475"/>
            <a:ext cx="12422187" cy="609600"/>
          </a:xfrm>
          <a:prstGeom prst="rect">
            <a:avLst/>
          </a:prstGeom>
          <a:noFill/>
        </p:spPr>
        <p:txBody>
          <a:bodyPr/>
          <a:lstStyle>
            <a:lvl1pPr>
              <a:buFontTx/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–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01663" y="10074275"/>
            <a:ext cx="12422187" cy="609600"/>
          </a:xfrm>
          <a:prstGeom prst="rect">
            <a:avLst/>
          </a:prstGeom>
          <a:noFill/>
        </p:spPr>
        <p:txBody>
          <a:bodyPr/>
          <a:lstStyle>
            <a:lvl1pPr>
              <a:buNone/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–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4_3 color colu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6546850" cy="11309350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6470650" y="0"/>
            <a:ext cx="6713035" cy="11309350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13176250" y="0"/>
            <a:ext cx="6927850" cy="11309350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511675"/>
            <a:ext cx="5487987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Fett 42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01663" y="5136144"/>
            <a:ext cx="5487987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7004050" y="4511675"/>
            <a:ext cx="5638766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Fett 42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004050" y="5136144"/>
            <a:ext cx="5638766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3709650" y="4511675"/>
            <a:ext cx="5861966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Fett 42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3709650" y="5136144"/>
            <a:ext cx="5861966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5_Side block (1)Im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6546850" y="0"/>
            <a:ext cx="135572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842250" y="1997075"/>
            <a:ext cx="10972800" cy="7239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0"/>
            <a:ext cx="6546850" cy="11308715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610251" y="4938359"/>
            <a:ext cx="5250799" cy="1630716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ts val="494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0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marL="8890" marR="0" lvl="0" indent="0" algn="l" defTabSz="914400" rtl="0" eaLnBrk="1" fontAlgn="auto" latinLnBrk="0" hangingPunct="1">
              <a:lnSpc>
                <a:spcPts val="494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Sohne </a:t>
            </a:r>
            <a:r>
              <a:rPr lang="en-US" dirty="0" err="1"/>
              <a:t>Breit</a:t>
            </a:r>
            <a:endParaRPr lang="en-US" dirty="0"/>
          </a:p>
          <a:p>
            <a:pPr lvl="0"/>
            <a:r>
              <a:rPr lang="en-US" dirty="0"/>
              <a:t>Fett 60pt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8445500" y="3348675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8445500" y="3973143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8445500" y="4938359"/>
            <a:ext cx="9683750" cy="3154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5_Side block (1)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6546850" cy="11308715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6546850" y="0"/>
            <a:ext cx="135572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842250" y="1997075"/>
            <a:ext cx="10972800" cy="7239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8445500" y="3348675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8445500" y="3973143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8445500" y="4938359"/>
            <a:ext cx="9683750" cy="3154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610251" y="4938359"/>
            <a:ext cx="5250799" cy="1630716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ts val="494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0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marL="8890" marR="0" lvl="0" indent="0" algn="l" defTabSz="914400" rtl="0" eaLnBrk="1" fontAlgn="auto" latinLnBrk="0" hangingPunct="1">
              <a:lnSpc>
                <a:spcPts val="494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Sohne </a:t>
            </a:r>
            <a:r>
              <a:rPr lang="en-US" dirty="0" err="1"/>
              <a:t>Breit</a:t>
            </a:r>
            <a:endParaRPr lang="en-US" dirty="0"/>
          </a:p>
          <a:p>
            <a:pPr lvl="0"/>
            <a:r>
              <a:rPr lang="en-US" dirty="0"/>
              <a:t>Fett 60pt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5_Side block (1)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6546850" y="0"/>
            <a:ext cx="135572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842250" y="1997075"/>
            <a:ext cx="10972800" cy="7239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0" y="635"/>
            <a:ext cx="6546850" cy="11308715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8445500" y="3348675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8445500" y="3973143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8445500" y="4938359"/>
            <a:ext cx="9683750" cy="3154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610251" y="4938359"/>
            <a:ext cx="5250799" cy="1630716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ts val="494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60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marL="8890" marR="0" lvl="0" indent="0" algn="l" defTabSz="914400" rtl="0" eaLnBrk="1" fontAlgn="auto" latinLnBrk="0" hangingPunct="1">
              <a:lnSpc>
                <a:spcPts val="4940"/>
              </a:lnSpc>
              <a:spcBef>
                <a:spcPts val="108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Sohne </a:t>
            </a:r>
            <a:r>
              <a:rPr lang="en-US" dirty="0" err="1"/>
              <a:t>Breit</a:t>
            </a:r>
            <a:endParaRPr lang="en-US" dirty="0"/>
          </a:p>
          <a:p>
            <a:pPr lvl="0"/>
            <a:r>
              <a:rPr lang="en-US" dirty="0"/>
              <a:t>Fett 60pt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6_Side block overlap (1)im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8629650" cy="11308715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6" hasCustomPrompt="1"/>
          </p:nvPr>
        </p:nvSpPr>
        <p:spPr>
          <a:xfrm>
            <a:off x="8629650" y="0"/>
            <a:ext cx="11474299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004050" y="1997075"/>
            <a:ext cx="10972800" cy="7239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0" y="5045075"/>
            <a:ext cx="5708332" cy="1630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940"/>
              </a:lnSpc>
              <a:spcBef>
                <a:spcPts val="2285"/>
              </a:spcBef>
              <a:buNone/>
              <a:defRPr sz="74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</a:t>
            </a:r>
            <a:endParaRPr lang="en-US" dirty="0"/>
          </a:p>
          <a:p>
            <a:pPr lvl="0"/>
            <a:r>
              <a:rPr lang="en-US" dirty="0"/>
              <a:t>Fett 74pt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7683260" y="3348675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7683260" y="3973143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7683260" y="4938359"/>
            <a:ext cx="9683750" cy="3154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6_Side block overlap (1)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8629650" cy="11308715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6" hasCustomPrompt="1"/>
          </p:nvPr>
        </p:nvSpPr>
        <p:spPr>
          <a:xfrm>
            <a:off x="8629650" y="0"/>
            <a:ext cx="11474299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004050" y="1997075"/>
            <a:ext cx="10972800" cy="7239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7683260" y="3348675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7683260" y="3973143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7683260" y="4938359"/>
            <a:ext cx="9683750" cy="3154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0" y="5045075"/>
            <a:ext cx="5708332" cy="1630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940"/>
              </a:lnSpc>
              <a:spcBef>
                <a:spcPts val="2285"/>
              </a:spcBef>
              <a:buNone/>
              <a:defRPr sz="74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</a:t>
            </a:r>
            <a:endParaRPr lang="en-US" dirty="0"/>
          </a:p>
          <a:p>
            <a:pPr lvl="0"/>
            <a:r>
              <a:rPr lang="en-US" dirty="0"/>
              <a:t>Fett 74pt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6_Side block overlap (1)im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8629650" cy="11308715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6" hasCustomPrompt="1"/>
          </p:nvPr>
        </p:nvSpPr>
        <p:spPr>
          <a:xfrm>
            <a:off x="8629650" y="0"/>
            <a:ext cx="11474299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and insert picture</a:t>
            </a:r>
            <a:endParaRPr lang="en-US" dirty="0"/>
          </a:p>
        </p:txBody>
      </p:sp>
      <p:sp>
        <p:nvSpPr>
          <p:cNvPr id="15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7004050" y="1997075"/>
            <a:ext cx="10972800" cy="7239000"/>
          </a:xfrm>
          <a:prstGeom prst="rect">
            <a:avLst/>
          </a:prstGeom>
          <a:solidFill>
            <a:srgbClr val="EFECE6"/>
          </a:solidFill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7683260" y="3348675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7683260" y="3973143"/>
            <a:ext cx="9683990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7683260" y="4938359"/>
            <a:ext cx="9683750" cy="3154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527050" y="5045075"/>
            <a:ext cx="5708332" cy="163071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940"/>
              </a:lnSpc>
              <a:spcBef>
                <a:spcPts val="2285"/>
              </a:spcBef>
              <a:buNone/>
              <a:defRPr sz="74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</a:t>
            </a:r>
            <a:endParaRPr lang="en-US" dirty="0"/>
          </a:p>
          <a:p>
            <a:pPr lvl="0"/>
            <a:r>
              <a:rPr lang="en-US" dirty="0"/>
              <a:t>Fett 74pt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7_Solid+Center Conten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68259" y="3805875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1968259" y="4430343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968260" y="5273675"/>
            <a:ext cx="16008590" cy="3962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7_Solid+Center Conten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68259" y="3805875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1968259" y="4430343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968260" y="5273675"/>
            <a:ext cx="16008590" cy="3962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7_Solid+Center Content Greem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68259" y="3805875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1968259" y="4430343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968260" y="5273675"/>
            <a:ext cx="16008590" cy="3962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7_Solid+Center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68259" y="3805875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1968259" y="4430343"/>
            <a:ext cx="16008987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You 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968260" y="5273675"/>
            <a:ext cx="16008590" cy="3962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8_2Title US YOU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99316" y="3825875"/>
            <a:ext cx="8766934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599316" y="4435475"/>
            <a:ext cx="8766934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42.5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99316" y="5273675"/>
            <a:ext cx="8766934" cy="2590800"/>
          </a:xfrm>
          <a:prstGeom prst="rect">
            <a:avLst/>
          </a:prstGeom>
        </p:spPr>
        <p:txBody>
          <a:bodyPr/>
          <a:lstStyle>
            <a:lvl1pPr marL="889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8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10066046" y="4435475"/>
            <a:ext cx="8766934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42.5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10066046" y="5273675"/>
            <a:ext cx="8766934" cy="2590800"/>
          </a:xfrm>
          <a:prstGeom prst="rect">
            <a:avLst/>
          </a:prstGeom>
        </p:spPr>
        <p:txBody>
          <a:bodyPr/>
          <a:lstStyle>
            <a:lvl1pPr marL="889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21" hasCustomPrompt="1"/>
          </p:nvPr>
        </p:nvSpPr>
        <p:spPr>
          <a:xfrm>
            <a:off x="10041490" y="3825875"/>
            <a:ext cx="8766934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9_3Title BOLD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903070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7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443259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12947651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9_3Title BOLD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903070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443259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12947651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9_3Title BOLD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903070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443259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12947651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9_3Title BOLD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903070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7443259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12947651" y="2759075"/>
            <a:ext cx="5333999" cy="129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</a:t>
            </a:r>
            <a:endParaRPr lang="en-US" dirty="0"/>
          </a:p>
          <a:p>
            <a:pPr lvl="0"/>
            <a:r>
              <a:rPr lang="en-US" dirty="0" err="1"/>
              <a:t>fett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0_3Title US YOU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898651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1898651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7444427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7444427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2918951" y="2759075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12918951" y="3440580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0_3Title US YOU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898651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1898651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7444427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7444427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2918951" y="2759075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12918951" y="3440580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0_3Title US YOU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898651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1898651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7444427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7444427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2918951" y="2759075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12918951" y="3440580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0_3Title US YOU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0"/>
          <p:cNvSpPr>
            <a:spLocks noGrp="1"/>
          </p:cNvSpPr>
          <p:nvPr>
            <p:ph type="body" sz="quarter" idx="14" hasCustomPrompt="1"/>
          </p:nvPr>
        </p:nvSpPr>
        <p:spPr>
          <a:xfrm>
            <a:off x="1898650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7438839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12943231" y="4283075"/>
            <a:ext cx="5334000" cy="51054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898651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1898651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7444427" y="2759075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7444427" y="3440580"/>
            <a:ext cx="533400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5" hasCustomPrompt="1"/>
          </p:nvPr>
        </p:nvSpPr>
        <p:spPr>
          <a:xfrm>
            <a:off x="12918951" y="2759075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42.5pt</a:t>
            </a:r>
            <a:endParaRPr lang="en-US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6" hasCustomPrompt="1"/>
          </p:nvPr>
        </p:nvSpPr>
        <p:spPr>
          <a:xfrm>
            <a:off x="12918951" y="3440580"/>
            <a:ext cx="5358280" cy="60063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4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42.5pt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7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8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29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1_(1)ImageLEFT + Conten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0585450" y="2911475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8234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21094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0562535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10929858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14236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10585450" y="4924903"/>
            <a:ext cx="8610600" cy="1872772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10585450" y="6904356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1_(1)ImageLEFT + Conten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8234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0585450" y="2911475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21094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0562535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10929858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14236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10585450" y="4924903"/>
            <a:ext cx="8610600" cy="1872772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10585450" y="6904356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1_(1)ImageLEFT + Content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8234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0585450" y="2911475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21094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0562535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10929858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14236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10585450" y="4924903"/>
            <a:ext cx="8610600" cy="1872772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10585450" y="6904356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1_(1)ImageLEFT +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8234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10585450" y="4924903"/>
            <a:ext cx="8610600" cy="1872772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10585450" y="6904356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10585450" y="2911475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21094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0562535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10929858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14236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2_(1)ImageRIGHT + Conten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0204450" y="0"/>
            <a:ext cx="9899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5392700"/>
            <a:ext cx="8610600" cy="1872772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7372153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746484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2_(1)ImageRIGHT + Conten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0204450" y="0"/>
            <a:ext cx="9899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5392700"/>
            <a:ext cx="8610600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7372153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746484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2_(1)ImageRIGHT + Content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0204450" y="0"/>
            <a:ext cx="9899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5392700"/>
            <a:ext cx="8610600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7372153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746484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2_(1)ImageRIGHT +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0204450" y="0"/>
            <a:ext cx="9899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5392700"/>
            <a:ext cx="8610600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7372153"/>
            <a:ext cx="8610600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746484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3_(1)Image +Content (map)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31000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3862050" y="1463675"/>
            <a:ext cx="55626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23.5</a:t>
            </a:r>
            <a:endParaRPr lang="en-US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3862050" y="1806510"/>
            <a:ext cx="55626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26" hasCustomPrompt="1"/>
          </p:nvPr>
        </p:nvSpPr>
        <p:spPr>
          <a:xfrm>
            <a:off x="13862050" y="2818446"/>
            <a:ext cx="55626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7" hasCustomPrompt="1"/>
          </p:nvPr>
        </p:nvSpPr>
        <p:spPr>
          <a:xfrm>
            <a:off x="13862050" y="3830382"/>
            <a:ext cx="55626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2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13862050" y="2456134"/>
            <a:ext cx="55626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23.5</a:t>
            </a:r>
            <a:endParaRPr lang="en-US" dirty="0"/>
          </a:p>
        </p:txBody>
      </p:sp>
      <p:sp>
        <p:nvSpPr>
          <p:cNvPr id="33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862050" y="3459744"/>
            <a:ext cx="55626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23.5</a:t>
            </a:r>
            <a:endParaRPr lang="en-US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37" hasCustomPrompt="1"/>
          </p:nvPr>
        </p:nvSpPr>
        <p:spPr>
          <a:xfrm>
            <a:off x="13862050" y="4806272"/>
            <a:ext cx="55626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2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13862050" y="5818208"/>
            <a:ext cx="55626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3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862050" y="6805760"/>
            <a:ext cx="55626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4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13862050" y="7799146"/>
            <a:ext cx="5562600" cy="2844527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3862050" y="4443960"/>
            <a:ext cx="55626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23.5</a:t>
            </a:r>
            <a:endParaRPr lang="en-US" dirty="0"/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42" hasCustomPrompt="1"/>
          </p:nvPr>
        </p:nvSpPr>
        <p:spPr>
          <a:xfrm>
            <a:off x="13862050" y="5447570"/>
            <a:ext cx="55626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23.5</a:t>
            </a:r>
            <a:endParaRPr lang="en-US" dirty="0"/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862050" y="6440029"/>
            <a:ext cx="55626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23.5</a:t>
            </a:r>
            <a:endParaRPr lang="en-US" dirty="0"/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13862050" y="7445310"/>
            <a:ext cx="55626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23.5</a:t>
            </a:r>
            <a:endParaRPr lang="en-US" dirty="0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5386050" y="665676"/>
            <a:ext cx="4639388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3859013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14226336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7002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4_(1)Image +Content (map)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13862050" y="1598704"/>
            <a:ext cx="5562600" cy="27005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17.5</a:t>
            </a:r>
            <a:endParaRPr lang="en-US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13862050" y="1876777"/>
            <a:ext cx="5562600" cy="32284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13862050" y="2454275"/>
            <a:ext cx="5562600" cy="27005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17.5</a:t>
            </a:r>
            <a:endParaRPr lang="en-US" dirty="0"/>
          </a:p>
        </p:txBody>
      </p:sp>
      <p:sp>
        <p:nvSpPr>
          <p:cNvPr id="29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3862050" y="2739709"/>
            <a:ext cx="5562600" cy="32284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</p:txBody>
      </p:sp>
      <p:sp>
        <p:nvSpPr>
          <p:cNvPr id="36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13862050" y="3324920"/>
            <a:ext cx="5562600" cy="27005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17.5</a:t>
            </a:r>
            <a:endParaRPr lang="en-US" dirty="0"/>
          </a:p>
        </p:txBody>
      </p:sp>
      <p:sp>
        <p:nvSpPr>
          <p:cNvPr id="37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13862050" y="3610354"/>
            <a:ext cx="5562600" cy="32284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</p:txBody>
      </p:sp>
      <p:sp>
        <p:nvSpPr>
          <p:cNvPr id="38" name="Text Placeholder 10"/>
          <p:cNvSpPr>
            <a:spLocks noGrp="1"/>
          </p:cNvSpPr>
          <p:nvPr>
            <p:ph type="body" sz="quarter" idx="37" hasCustomPrompt="1"/>
          </p:nvPr>
        </p:nvSpPr>
        <p:spPr>
          <a:xfrm>
            <a:off x="13862050" y="4187366"/>
            <a:ext cx="5562600" cy="27005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17.5</a:t>
            </a:r>
            <a:endParaRPr lang="en-US" dirty="0"/>
          </a:p>
        </p:txBody>
      </p:sp>
      <p:sp>
        <p:nvSpPr>
          <p:cNvPr id="39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13862050" y="4472800"/>
            <a:ext cx="5562600" cy="32284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</p:txBody>
      </p:sp>
      <p:sp>
        <p:nvSpPr>
          <p:cNvPr id="41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13862050" y="5039421"/>
            <a:ext cx="5562600" cy="27005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17.5</a:t>
            </a:r>
            <a:endParaRPr lang="en-US" dirty="0"/>
          </a:p>
        </p:txBody>
      </p:sp>
      <p:sp>
        <p:nvSpPr>
          <p:cNvPr id="42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13862050" y="5324855"/>
            <a:ext cx="5562600" cy="32284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</p:txBody>
      </p:sp>
      <p:sp>
        <p:nvSpPr>
          <p:cNvPr id="44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13862050" y="5891475"/>
            <a:ext cx="5562600" cy="27005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17.5</a:t>
            </a:r>
            <a:endParaRPr lang="en-US" dirty="0"/>
          </a:p>
        </p:txBody>
      </p:sp>
      <p:sp>
        <p:nvSpPr>
          <p:cNvPr id="45" name="Text Placeholder 10"/>
          <p:cNvSpPr>
            <a:spLocks noGrp="1"/>
          </p:cNvSpPr>
          <p:nvPr>
            <p:ph type="body" sz="quarter" idx="42" hasCustomPrompt="1"/>
          </p:nvPr>
        </p:nvSpPr>
        <p:spPr>
          <a:xfrm>
            <a:off x="13862050" y="6176909"/>
            <a:ext cx="5562600" cy="322841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</p:txBody>
      </p:sp>
      <p:sp>
        <p:nvSpPr>
          <p:cNvPr id="47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13862050" y="6743530"/>
            <a:ext cx="5562600" cy="27005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 17.5</a:t>
            </a:r>
            <a:endParaRPr lang="en-US" dirty="0"/>
          </a:p>
        </p:txBody>
      </p:sp>
      <p:sp>
        <p:nvSpPr>
          <p:cNvPr id="48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13862050" y="7028964"/>
            <a:ext cx="5562600" cy="26816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31000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5386050" y="665676"/>
            <a:ext cx="4639388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13859013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14226336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7002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5_Factory layout (1)image -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 userDrawn="1"/>
        </p:nvSpPr>
        <p:spPr>
          <a:xfrm flipH="1">
            <a:off x="6598284" y="0"/>
            <a:ext cx="10158076" cy="11308715"/>
          </a:xfrm>
          <a:custGeom>
            <a:avLst/>
            <a:gdLst/>
            <a:ahLst/>
            <a:cxnLst/>
            <a:rect l="l" t="t" r="r" b="b"/>
            <a:pathLst>
              <a:path w="6598284" h="11308715">
                <a:moveTo>
                  <a:pt x="6597998" y="0"/>
                </a:moveTo>
                <a:lnTo>
                  <a:pt x="0" y="0"/>
                </a:lnTo>
                <a:lnTo>
                  <a:pt x="0" y="11308556"/>
                </a:lnTo>
                <a:lnTo>
                  <a:pt x="6597998" y="11308556"/>
                </a:lnTo>
                <a:lnTo>
                  <a:pt x="6597998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16757650" y="0"/>
            <a:ext cx="33464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1" y="3521075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7148997" y="1927555"/>
            <a:ext cx="8938997" cy="1136320"/>
          </a:xfrm>
          <a:prstGeom prst="rect">
            <a:avLst/>
          </a:prstGeom>
        </p:spPr>
        <p:txBody>
          <a:bodyPr/>
          <a:lstStyle>
            <a:lvl1pPr marL="8890">
              <a:lnSpc>
                <a:spcPts val="3340"/>
              </a:lnSpc>
              <a:spcBef>
                <a:spcPts val="0"/>
              </a:spcBef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621261" y="1927555"/>
            <a:ext cx="5393480" cy="113632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3340"/>
              </a:lnSpc>
              <a:spcBef>
                <a:spcPts val="0"/>
              </a:spcBef>
              <a:buNone/>
              <a:defRPr sz="3200" b="0" i="0" cap="all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endParaRPr lang="en-US" dirty="0"/>
          </a:p>
          <a:p>
            <a:pPr lvl="0"/>
            <a:r>
              <a:rPr lang="en-US" dirty="0"/>
              <a:t>Fett 32pt</a:t>
            </a:r>
            <a:endParaRPr lang="en-US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7139396" y="3466811"/>
            <a:ext cx="4307480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810747" y="3466811"/>
            <a:ext cx="4307480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603251" y="4600067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7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603251" y="5660771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8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603251" y="6758051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9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603251" y="7855331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603251" y="3863910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3" name="Text Placeholder 10"/>
          <p:cNvSpPr>
            <a:spLocks noGrp="1"/>
          </p:cNvSpPr>
          <p:nvPr>
            <p:ph type="body" sz="quarter" idx="32" hasCustomPrompt="1"/>
          </p:nvPr>
        </p:nvSpPr>
        <p:spPr>
          <a:xfrm>
            <a:off x="603251" y="4964239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4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603251" y="6040183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5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603251" y="7116127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6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603251" y="8228646"/>
            <a:ext cx="5410200" cy="215042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7130221" y="3780677"/>
            <a:ext cx="4314304" cy="629359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20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37" hasCustomPrompt="1"/>
          </p:nvPr>
        </p:nvSpPr>
        <p:spPr>
          <a:xfrm>
            <a:off x="11801572" y="3780677"/>
            <a:ext cx="4314304" cy="629359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20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446974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4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15_Factory layout (1)image - pink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/>
          <p:cNvSpPr/>
          <p:nvPr userDrawn="1"/>
        </p:nvSpPr>
        <p:spPr>
          <a:xfrm flipH="1">
            <a:off x="6598284" y="0"/>
            <a:ext cx="10158076" cy="11308715"/>
          </a:xfrm>
          <a:custGeom>
            <a:avLst/>
            <a:gdLst/>
            <a:ahLst/>
            <a:cxnLst/>
            <a:rect l="l" t="t" r="r" b="b"/>
            <a:pathLst>
              <a:path w="6598284" h="11308715">
                <a:moveTo>
                  <a:pt x="6597998" y="0"/>
                </a:moveTo>
                <a:lnTo>
                  <a:pt x="0" y="0"/>
                </a:lnTo>
                <a:lnTo>
                  <a:pt x="0" y="11308556"/>
                </a:lnTo>
                <a:lnTo>
                  <a:pt x="6597998" y="11308556"/>
                </a:lnTo>
                <a:lnTo>
                  <a:pt x="6597998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16757650" y="0"/>
            <a:ext cx="33464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1" y="3521075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7148997" y="1927555"/>
            <a:ext cx="8938997" cy="1136320"/>
          </a:xfrm>
          <a:prstGeom prst="rect">
            <a:avLst/>
          </a:prstGeom>
        </p:spPr>
        <p:txBody>
          <a:bodyPr/>
          <a:lstStyle>
            <a:lvl1pPr marL="8890">
              <a:lnSpc>
                <a:spcPts val="3340"/>
              </a:lnSpc>
              <a:spcBef>
                <a:spcPts val="0"/>
              </a:spcBef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621261" y="1927555"/>
            <a:ext cx="5393480" cy="113632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3340"/>
              </a:lnSpc>
              <a:spcBef>
                <a:spcPts val="0"/>
              </a:spcBef>
              <a:buNone/>
              <a:defRPr sz="3200" b="0" i="0" cap="all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endParaRPr lang="en-US" dirty="0"/>
          </a:p>
          <a:p>
            <a:pPr lvl="0"/>
            <a:r>
              <a:rPr lang="en-US" dirty="0"/>
              <a:t>Fett 32pt</a:t>
            </a:r>
            <a:endParaRPr lang="en-US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7139396" y="3466811"/>
            <a:ext cx="4307480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810747" y="3466811"/>
            <a:ext cx="4307480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603251" y="4600067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7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603251" y="5660771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8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603251" y="6758051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9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603251" y="7855331"/>
            <a:ext cx="54102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603251" y="3863910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3" name="Text Placeholder 10"/>
          <p:cNvSpPr>
            <a:spLocks noGrp="1"/>
          </p:cNvSpPr>
          <p:nvPr>
            <p:ph type="body" sz="quarter" idx="32" hasCustomPrompt="1"/>
          </p:nvPr>
        </p:nvSpPr>
        <p:spPr>
          <a:xfrm>
            <a:off x="603251" y="4964239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4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603251" y="6040183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5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603251" y="7116127"/>
            <a:ext cx="5410200" cy="4023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6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603251" y="8228646"/>
            <a:ext cx="5410200" cy="215042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7130221" y="3780677"/>
            <a:ext cx="4314304" cy="629359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20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9" name="Text Placeholder 11"/>
          <p:cNvSpPr>
            <a:spLocks noGrp="1"/>
          </p:cNvSpPr>
          <p:nvPr>
            <p:ph type="body" sz="quarter" idx="37" hasCustomPrompt="1"/>
          </p:nvPr>
        </p:nvSpPr>
        <p:spPr>
          <a:xfrm>
            <a:off x="11801572" y="3780677"/>
            <a:ext cx="4314304" cy="629359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20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446974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4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6_Factory profile layou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8"/>
          <p:cNvSpPr>
            <a:spLocks noGrp="1"/>
          </p:cNvSpPr>
          <p:nvPr>
            <p:ph type="body" sz="quarter" idx="27" hasCustomPrompt="1"/>
          </p:nvPr>
        </p:nvSpPr>
        <p:spPr>
          <a:xfrm>
            <a:off x="621260" y="1927555"/>
            <a:ext cx="6839990" cy="45052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3340"/>
              </a:lnSpc>
              <a:spcBef>
                <a:spcPts val="0"/>
              </a:spcBef>
              <a:buNone/>
              <a:defRPr sz="3200" b="0" i="0" cap="all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586196" y="3466811"/>
            <a:ext cx="3525844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8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577021" y="3780677"/>
            <a:ext cx="3531430" cy="6293598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0" name="Text Placeholder 18"/>
          <p:cNvSpPr>
            <a:spLocks noGrp="1"/>
          </p:cNvSpPr>
          <p:nvPr>
            <p:ph type="body" sz="quarter" idx="38" hasCustomPrompt="1"/>
          </p:nvPr>
        </p:nvSpPr>
        <p:spPr>
          <a:xfrm>
            <a:off x="621260" y="2378075"/>
            <a:ext cx="6839990" cy="45052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3340"/>
              </a:lnSpc>
              <a:spcBef>
                <a:spcPts val="0"/>
              </a:spcBef>
              <a:buNone/>
              <a:defRPr sz="3200" b="0" i="0" cap="none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64" name="Text Placeholder 11"/>
          <p:cNvSpPr>
            <a:spLocks noGrp="1"/>
          </p:cNvSpPr>
          <p:nvPr>
            <p:ph type="body" sz="quarter" idx="39" hasCustomPrompt="1"/>
          </p:nvPr>
        </p:nvSpPr>
        <p:spPr>
          <a:xfrm>
            <a:off x="4463930" y="3466811"/>
            <a:ext cx="3525844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65" name="Text Placeholder 11"/>
          <p:cNvSpPr>
            <a:spLocks noGrp="1"/>
          </p:cNvSpPr>
          <p:nvPr>
            <p:ph type="body" sz="quarter" idx="40" hasCustomPrompt="1"/>
          </p:nvPr>
        </p:nvSpPr>
        <p:spPr>
          <a:xfrm>
            <a:off x="4454755" y="3780677"/>
            <a:ext cx="3531430" cy="6293598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66" name="Text Placeholder 11"/>
          <p:cNvSpPr>
            <a:spLocks noGrp="1"/>
          </p:cNvSpPr>
          <p:nvPr>
            <p:ph type="body" sz="quarter" idx="41" hasCustomPrompt="1"/>
          </p:nvPr>
        </p:nvSpPr>
        <p:spPr>
          <a:xfrm>
            <a:off x="8355006" y="3466811"/>
            <a:ext cx="3525844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67" name="Text Placeholder 11"/>
          <p:cNvSpPr>
            <a:spLocks noGrp="1"/>
          </p:cNvSpPr>
          <p:nvPr>
            <p:ph type="body" sz="quarter" idx="42" hasCustomPrompt="1"/>
          </p:nvPr>
        </p:nvSpPr>
        <p:spPr>
          <a:xfrm>
            <a:off x="8345831" y="3780677"/>
            <a:ext cx="3531430" cy="6293598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68" name="Text Placeholder 11"/>
          <p:cNvSpPr>
            <a:spLocks noGrp="1"/>
          </p:cNvSpPr>
          <p:nvPr>
            <p:ph type="body" sz="quarter" idx="43" hasCustomPrompt="1"/>
          </p:nvPr>
        </p:nvSpPr>
        <p:spPr>
          <a:xfrm>
            <a:off x="12241206" y="3466811"/>
            <a:ext cx="3525844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69" name="Text Placeholder 11"/>
          <p:cNvSpPr>
            <a:spLocks noGrp="1"/>
          </p:cNvSpPr>
          <p:nvPr>
            <p:ph type="body" sz="quarter" idx="44" hasCustomPrompt="1"/>
          </p:nvPr>
        </p:nvSpPr>
        <p:spPr>
          <a:xfrm>
            <a:off x="12232031" y="3780677"/>
            <a:ext cx="3531430" cy="6293598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70" name="Text Placeholder 11"/>
          <p:cNvSpPr>
            <a:spLocks noGrp="1"/>
          </p:cNvSpPr>
          <p:nvPr>
            <p:ph type="body" sz="quarter" idx="45" hasCustomPrompt="1"/>
          </p:nvPr>
        </p:nvSpPr>
        <p:spPr>
          <a:xfrm>
            <a:off x="16127406" y="3466811"/>
            <a:ext cx="3525844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71" name="Text Placeholder 11"/>
          <p:cNvSpPr>
            <a:spLocks noGrp="1"/>
          </p:cNvSpPr>
          <p:nvPr>
            <p:ph type="body" sz="quarter" idx="46" hasCustomPrompt="1"/>
          </p:nvPr>
        </p:nvSpPr>
        <p:spPr>
          <a:xfrm>
            <a:off x="16118231" y="3780677"/>
            <a:ext cx="3531430" cy="6293598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72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12241206" y="1920875"/>
            <a:ext cx="7408455" cy="828592"/>
          </a:xfrm>
          <a:prstGeom prst="rect">
            <a:avLst/>
          </a:prstGeom>
        </p:spPr>
        <p:txBody>
          <a:bodyPr/>
          <a:lstStyle>
            <a:lvl1pPr marL="8890" marR="0" indent="0" algn="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7_(1)image + content left side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11880850" y="0"/>
            <a:ext cx="82232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605666" y="1514528"/>
            <a:ext cx="10281517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Sohne </a:t>
            </a:r>
            <a:r>
              <a:rPr lang="en-US" dirty="0" err="1"/>
              <a:t>Breit</a:t>
            </a:r>
            <a:r>
              <a:rPr lang="en-US" dirty="0"/>
              <a:t> Fett 42.5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3" hasCustomPrompt="1"/>
          </p:nvPr>
        </p:nvSpPr>
        <p:spPr>
          <a:xfrm>
            <a:off x="609395" y="2794211"/>
            <a:ext cx="10280855" cy="229387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49" y="665676"/>
            <a:ext cx="8759933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8_GraphPlacement + (1)image bottom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9617075"/>
            <a:ext cx="20104100" cy="16922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0" y="1453944"/>
            <a:ext cx="5824440" cy="2133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3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7150967" y="1387475"/>
            <a:ext cx="12273684" cy="220006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5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3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54" name="Text Placeholder 23"/>
          <p:cNvSpPr>
            <a:spLocks noGrp="1"/>
          </p:cNvSpPr>
          <p:nvPr>
            <p:ph type="body" sz="quarter" idx="5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55" name="Text Placeholder 23"/>
          <p:cNvSpPr>
            <a:spLocks noGrp="1"/>
          </p:cNvSpPr>
          <p:nvPr>
            <p:ph type="body" sz="quarter" idx="5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18_Graph + (1)image bottom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9617075"/>
            <a:ext cx="20104100" cy="16922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603250" y="1453944"/>
            <a:ext cx="5824440" cy="2133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3" name="Text Placehold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7150967" y="1387475"/>
            <a:ext cx="12273684" cy="220006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Body copy –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23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23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23.5pt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 hasCustomPrompt="1"/>
          </p:nvPr>
        </p:nvSpPr>
        <p:spPr>
          <a:xfrm>
            <a:off x="4337050" y="4283075"/>
            <a:ext cx="3733800" cy="457200"/>
          </a:xfrm>
          <a:prstGeom prst="rect">
            <a:avLst/>
          </a:prstGeom>
        </p:spPr>
        <p:txBody>
          <a:bodyPr/>
          <a:lstStyle>
            <a:lvl1pPr>
              <a:buNone/>
              <a:defRPr sz="240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24pt</a:t>
            </a:r>
            <a:endParaRPr lang="en-US" dirty="0"/>
          </a:p>
        </p:txBody>
      </p:sp>
      <p:sp>
        <p:nvSpPr>
          <p:cNvPr id="19" name="Text Placeholder 14"/>
          <p:cNvSpPr>
            <a:spLocks noGrp="1"/>
          </p:cNvSpPr>
          <p:nvPr>
            <p:ph type="body" sz="quarter" idx="23" hasCustomPrompt="1"/>
          </p:nvPr>
        </p:nvSpPr>
        <p:spPr>
          <a:xfrm>
            <a:off x="603250" y="5496584"/>
            <a:ext cx="3614928" cy="457200"/>
          </a:xfrm>
          <a:prstGeom prst="rect">
            <a:avLst/>
          </a:prstGeom>
        </p:spPr>
        <p:txBody>
          <a:bodyPr/>
          <a:lstStyle>
            <a:lvl1pPr>
              <a:buNone/>
              <a:defRPr sz="240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24pt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24" hasCustomPrompt="1"/>
          </p:nvPr>
        </p:nvSpPr>
        <p:spPr>
          <a:xfrm>
            <a:off x="603250" y="6971816"/>
            <a:ext cx="3614928" cy="457200"/>
          </a:xfrm>
          <a:prstGeom prst="rect">
            <a:avLst/>
          </a:prstGeom>
        </p:spPr>
        <p:txBody>
          <a:bodyPr/>
          <a:lstStyle>
            <a:lvl1pPr>
              <a:buNone/>
              <a:defRPr sz="240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24pt</a:t>
            </a:r>
            <a:endParaRPr lang="en-US" dirty="0"/>
          </a:p>
        </p:txBody>
      </p:sp>
      <p:sp>
        <p:nvSpPr>
          <p:cNvPr id="21" name="Text Placeholder 14"/>
          <p:cNvSpPr>
            <a:spLocks noGrp="1"/>
          </p:cNvSpPr>
          <p:nvPr>
            <p:ph type="body" sz="quarter" idx="25" hasCustomPrompt="1"/>
          </p:nvPr>
        </p:nvSpPr>
        <p:spPr>
          <a:xfrm>
            <a:off x="603250" y="8471432"/>
            <a:ext cx="3614928" cy="457200"/>
          </a:xfrm>
          <a:prstGeom prst="rect">
            <a:avLst/>
          </a:prstGeom>
        </p:spPr>
        <p:txBody>
          <a:bodyPr/>
          <a:lstStyle>
            <a:lvl1pPr>
              <a:buNone/>
              <a:defRPr sz="240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24pt</a:t>
            </a:r>
            <a:endParaRPr lang="en-US" dirty="0"/>
          </a:p>
        </p:txBody>
      </p:sp>
      <p:sp>
        <p:nvSpPr>
          <p:cNvPr id="22" name="Text Placeholder 14"/>
          <p:cNvSpPr>
            <a:spLocks noGrp="1"/>
          </p:cNvSpPr>
          <p:nvPr>
            <p:ph type="body" sz="quarter" idx="26" hasCustomPrompt="1"/>
          </p:nvPr>
        </p:nvSpPr>
        <p:spPr>
          <a:xfrm>
            <a:off x="4337050" y="5201563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3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4337050" y="5920891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4" name="Text Placeholder 14"/>
          <p:cNvSpPr>
            <a:spLocks noGrp="1"/>
          </p:cNvSpPr>
          <p:nvPr>
            <p:ph type="body" sz="quarter" idx="28" hasCustomPrompt="1"/>
          </p:nvPr>
        </p:nvSpPr>
        <p:spPr>
          <a:xfrm>
            <a:off x="4337050" y="6676795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5" name="Text Placeholder 14"/>
          <p:cNvSpPr>
            <a:spLocks noGrp="1"/>
          </p:cNvSpPr>
          <p:nvPr>
            <p:ph type="body" sz="quarter" idx="29" hasCustomPrompt="1"/>
          </p:nvPr>
        </p:nvSpPr>
        <p:spPr>
          <a:xfrm>
            <a:off x="4337050" y="7420507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30" hasCustomPrompt="1"/>
          </p:nvPr>
        </p:nvSpPr>
        <p:spPr>
          <a:xfrm>
            <a:off x="4337050" y="8139835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7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4337050" y="8883547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28" name="Text Placeholder 14"/>
          <p:cNvSpPr>
            <a:spLocks noGrp="1"/>
          </p:cNvSpPr>
          <p:nvPr>
            <p:ph type="body" sz="quarter" idx="32" hasCustomPrompt="1"/>
          </p:nvPr>
        </p:nvSpPr>
        <p:spPr>
          <a:xfrm>
            <a:off x="8128762" y="4283075"/>
            <a:ext cx="3733800" cy="457200"/>
          </a:xfrm>
          <a:prstGeom prst="rect">
            <a:avLst/>
          </a:prstGeom>
        </p:spPr>
        <p:txBody>
          <a:bodyPr/>
          <a:lstStyle>
            <a:lvl1pPr>
              <a:buNone/>
              <a:defRPr sz="240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24pt</a:t>
            </a:r>
            <a:endParaRPr lang="en-US" dirty="0"/>
          </a:p>
        </p:txBody>
      </p:sp>
      <p:sp>
        <p:nvSpPr>
          <p:cNvPr id="29" name="Text Placeholder 14"/>
          <p:cNvSpPr>
            <a:spLocks noGrp="1"/>
          </p:cNvSpPr>
          <p:nvPr>
            <p:ph type="body" sz="quarter" idx="33" hasCustomPrompt="1"/>
          </p:nvPr>
        </p:nvSpPr>
        <p:spPr>
          <a:xfrm>
            <a:off x="8128762" y="5201563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0" name="Text Placeholder 14"/>
          <p:cNvSpPr>
            <a:spLocks noGrp="1"/>
          </p:cNvSpPr>
          <p:nvPr>
            <p:ph type="body" sz="quarter" idx="34" hasCustomPrompt="1"/>
          </p:nvPr>
        </p:nvSpPr>
        <p:spPr>
          <a:xfrm>
            <a:off x="8128762" y="5920891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1" name="Text Placeholder 14"/>
          <p:cNvSpPr>
            <a:spLocks noGrp="1"/>
          </p:cNvSpPr>
          <p:nvPr>
            <p:ph type="body" sz="quarter" idx="35" hasCustomPrompt="1"/>
          </p:nvPr>
        </p:nvSpPr>
        <p:spPr>
          <a:xfrm>
            <a:off x="8128762" y="6676795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2" name="Text Placeholder 14"/>
          <p:cNvSpPr>
            <a:spLocks noGrp="1"/>
          </p:cNvSpPr>
          <p:nvPr>
            <p:ph type="body" sz="quarter" idx="36" hasCustomPrompt="1"/>
          </p:nvPr>
        </p:nvSpPr>
        <p:spPr>
          <a:xfrm>
            <a:off x="8128762" y="7420507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3" name="Text Placeholder 14"/>
          <p:cNvSpPr>
            <a:spLocks noGrp="1"/>
          </p:cNvSpPr>
          <p:nvPr>
            <p:ph type="body" sz="quarter" idx="37" hasCustomPrompt="1"/>
          </p:nvPr>
        </p:nvSpPr>
        <p:spPr>
          <a:xfrm>
            <a:off x="8128762" y="8139835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38" hasCustomPrompt="1"/>
          </p:nvPr>
        </p:nvSpPr>
        <p:spPr>
          <a:xfrm>
            <a:off x="8128762" y="8883547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5" name="Text Placeholder 14"/>
          <p:cNvSpPr>
            <a:spLocks noGrp="1"/>
          </p:cNvSpPr>
          <p:nvPr>
            <p:ph type="body" sz="quarter" idx="39" hasCustomPrompt="1"/>
          </p:nvPr>
        </p:nvSpPr>
        <p:spPr>
          <a:xfrm>
            <a:off x="11981434" y="4283075"/>
            <a:ext cx="3733800" cy="457200"/>
          </a:xfrm>
          <a:prstGeom prst="rect">
            <a:avLst/>
          </a:prstGeom>
        </p:spPr>
        <p:txBody>
          <a:bodyPr/>
          <a:lstStyle>
            <a:lvl1pPr>
              <a:buNone/>
              <a:defRPr sz="240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24pt</a:t>
            </a:r>
            <a:endParaRPr lang="en-US" dirty="0"/>
          </a:p>
        </p:txBody>
      </p:sp>
      <p:sp>
        <p:nvSpPr>
          <p:cNvPr id="36" name="Text Placeholder 14"/>
          <p:cNvSpPr>
            <a:spLocks noGrp="1"/>
          </p:cNvSpPr>
          <p:nvPr>
            <p:ph type="body" sz="quarter" idx="40" hasCustomPrompt="1"/>
          </p:nvPr>
        </p:nvSpPr>
        <p:spPr>
          <a:xfrm>
            <a:off x="11981434" y="5201563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7" name="Text Placeholder 14"/>
          <p:cNvSpPr>
            <a:spLocks noGrp="1"/>
          </p:cNvSpPr>
          <p:nvPr>
            <p:ph type="body" sz="quarter" idx="41" hasCustomPrompt="1"/>
          </p:nvPr>
        </p:nvSpPr>
        <p:spPr>
          <a:xfrm>
            <a:off x="11981434" y="5920891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8" name="Text Placeholder 14"/>
          <p:cNvSpPr>
            <a:spLocks noGrp="1"/>
          </p:cNvSpPr>
          <p:nvPr>
            <p:ph type="body" sz="quarter" idx="42" hasCustomPrompt="1"/>
          </p:nvPr>
        </p:nvSpPr>
        <p:spPr>
          <a:xfrm>
            <a:off x="11981434" y="6676795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9" name="Text Placeholder 14"/>
          <p:cNvSpPr>
            <a:spLocks noGrp="1"/>
          </p:cNvSpPr>
          <p:nvPr>
            <p:ph type="body" sz="quarter" idx="43" hasCustomPrompt="1"/>
          </p:nvPr>
        </p:nvSpPr>
        <p:spPr>
          <a:xfrm>
            <a:off x="11981434" y="7420507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0" name="Text Placeholder 14"/>
          <p:cNvSpPr>
            <a:spLocks noGrp="1"/>
          </p:cNvSpPr>
          <p:nvPr>
            <p:ph type="body" sz="quarter" idx="44" hasCustomPrompt="1"/>
          </p:nvPr>
        </p:nvSpPr>
        <p:spPr>
          <a:xfrm>
            <a:off x="11981434" y="8139835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1" name="Text Placeholder 14"/>
          <p:cNvSpPr>
            <a:spLocks noGrp="1"/>
          </p:cNvSpPr>
          <p:nvPr>
            <p:ph type="body" sz="quarter" idx="45" hasCustomPrompt="1"/>
          </p:nvPr>
        </p:nvSpPr>
        <p:spPr>
          <a:xfrm>
            <a:off x="11981434" y="8883547"/>
            <a:ext cx="3733800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2" name="Text Placeholder 14"/>
          <p:cNvSpPr>
            <a:spLocks noGrp="1"/>
          </p:cNvSpPr>
          <p:nvPr>
            <p:ph type="body" sz="quarter" idx="46" hasCustomPrompt="1"/>
          </p:nvPr>
        </p:nvSpPr>
        <p:spPr>
          <a:xfrm>
            <a:off x="15785338" y="4283075"/>
            <a:ext cx="3639312" cy="457200"/>
          </a:xfrm>
          <a:prstGeom prst="rect">
            <a:avLst/>
          </a:prstGeom>
        </p:spPr>
        <p:txBody>
          <a:bodyPr/>
          <a:lstStyle>
            <a:lvl1pPr>
              <a:buNone/>
              <a:defRPr sz="240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24pt</a:t>
            </a:r>
            <a:endParaRPr lang="en-US" dirty="0"/>
          </a:p>
        </p:txBody>
      </p:sp>
      <p:sp>
        <p:nvSpPr>
          <p:cNvPr id="43" name="Text Placeholder 14"/>
          <p:cNvSpPr>
            <a:spLocks noGrp="1"/>
          </p:cNvSpPr>
          <p:nvPr>
            <p:ph type="body" sz="quarter" idx="47" hasCustomPrompt="1"/>
          </p:nvPr>
        </p:nvSpPr>
        <p:spPr>
          <a:xfrm>
            <a:off x="15785338" y="5201563"/>
            <a:ext cx="3639312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4" name="Text Placeholder 14"/>
          <p:cNvSpPr>
            <a:spLocks noGrp="1"/>
          </p:cNvSpPr>
          <p:nvPr>
            <p:ph type="body" sz="quarter" idx="48" hasCustomPrompt="1"/>
          </p:nvPr>
        </p:nvSpPr>
        <p:spPr>
          <a:xfrm>
            <a:off x="15785338" y="5920891"/>
            <a:ext cx="3639312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5" name="Text Placeholder 14"/>
          <p:cNvSpPr>
            <a:spLocks noGrp="1"/>
          </p:cNvSpPr>
          <p:nvPr>
            <p:ph type="body" sz="quarter" idx="49" hasCustomPrompt="1"/>
          </p:nvPr>
        </p:nvSpPr>
        <p:spPr>
          <a:xfrm>
            <a:off x="15785338" y="6676795"/>
            <a:ext cx="3639312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6" name="Text Placeholder 14"/>
          <p:cNvSpPr>
            <a:spLocks noGrp="1"/>
          </p:cNvSpPr>
          <p:nvPr>
            <p:ph type="body" sz="quarter" idx="50" hasCustomPrompt="1"/>
          </p:nvPr>
        </p:nvSpPr>
        <p:spPr>
          <a:xfrm>
            <a:off x="15785338" y="7420507"/>
            <a:ext cx="3639312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7" name="Text Placeholder 14"/>
          <p:cNvSpPr>
            <a:spLocks noGrp="1"/>
          </p:cNvSpPr>
          <p:nvPr>
            <p:ph type="body" sz="quarter" idx="51" hasCustomPrompt="1"/>
          </p:nvPr>
        </p:nvSpPr>
        <p:spPr>
          <a:xfrm>
            <a:off x="15785338" y="8139835"/>
            <a:ext cx="3639312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48" name="Text Placeholder 14"/>
          <p:cNvSpPr>
            <a:spLocks noGrp="1"/>
          </p:cNvSpPr>
          <p:nvPr>
            <p:ph type="body" sz="quarter" idx="52" hasCustomPrompt="1"/>
          </p:nvPr>
        </p:nvSpPr>
        <p:spPr>
          <a:xfrm>
            <a:off x="15785338" y="8883547"/>
            <a:ext cx="3639312" cy="387096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cap="none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5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3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54" name="Text Placeholder 23"/>
          <p:cNvSpPr>
            <a:spLocks noGrp="1"/>
          </p:cNvSpPr>
          <p:nvPr>
            <p:ph type="body" sz="quarter" idx="5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55" name="Text Placeholder 23"/>
          <p:cNvSpPr>
            <a:spLocks noGrp="1"/>
          </p:cNvSpPr>
          <p:nvPr>
            <p:ph type="body" sz="quarter" idx="5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19_Graph SM LEFT +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1289050" y="0"/>
            <a:ext cx="9372600" cy="113093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2051050" y="1768475"/>
            <a:ext cx="7804306" cy="1152998"/>
          </a:xfrm>
          <a:prstGeom prst="rect">
            <a:avLst/>
          </a:prstGeom>
        </p:spPr>
        <p:txBody>
          <a:bodyPr/>
          <a:lstStyle>
            <a:lvl1pPr marL="320040" indent="-311150">
              <a:lnSpc>
                <a:spcPct val="100000"/>
              </a:lnSpc>
              <a:spcBef>
                <a:spcPts val="475"/>
              </a:spcBef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Sohne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2038604" y="2921473"/>
            <a:ext cx="7816752" cy="104956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5099050" y="4201319"/>
            <a:ext cx="22860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439914" y="4201319"/>
            <a:ext cx="22860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2051050" y="4664075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2051050" y="5249291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2051050" y="5871083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2051050" y="6444107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7" hasCustomPrompt="1"/>
          </p:nvPr>
        </p:nvSpPr>
        <p:spPr>
          <a:xfrm>
            <a:off x="5099050" y="46586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28" hasCustomPrompt="1"/>
          </p:nvPr>
        </p:nvSpPr>
        <p:spPr>
          <a:xfrm>
            <a:off x="7439914" y="46586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3" name="Text Placeholder 30"/>
          <p:cNvSpPr>
            <a:spLocks noGrp="1"/>
          </p:cNvSpPr>
          <p:nvPr>
            <p:ph type="body" sz="quarter" idx="29" hasCustomPrompt="1"/>
          </p:nvPr>
        </p:nvSpPr>
        <p:spPr>
          <a:xfrm>
            <a:off x="5099050" y="5256022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4" name="Text Placeholder 30"/>
          <p:cNvSpPr>
            <a:spLocks noGrp="1"/>
          </p:cNvSpPr>
          <p:nvPr>
            <p:ph type="body" sz="quarter" idx="30" hasCustomPrompt="1"/>
          </p:nvPr>
        </p:nvSpPr>
        <p:spPr>
          <a:xfrm>
            <a:off x="7439914" y="5256022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5" name="Text Placeholder 30"/>
          <p:cNvSpPr>
            <a:spLocks noGrp="1"/>
          </p:cNvSpPr>
          <p:nvPr>
            <p:ph type="body" sz="quarter" idx="31" hasCustomPrompt="1"/>
          </p:nvPr>
        </p:nvSpPr>
        <p:spPr>
          <a:xfrm>
            <a:off x="5099050" y="58778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6" name="Text Placeholder 30"/>
          <p:cNvSpPr>
            <a:spLocks noGrp="1"/>
          </p:cNvSpPr>
          <p:nvPr>
            <p:ph type="body" sz="quarter" idx="32" hasCustomPrompt="1"/>
          </p:nvPr>
        </p:nvSpPr>
        <p:spPr>
          <a:xfrm>
            <a:off x="7439914" y="58778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33" hasCustomPrompt="1"/>
          </p:nvPr>
        </p:nvSpPr>
        <p:spPr>
          <a:xfrm>
            <a:off x="5099050" y="6450838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8" name="Text Placeholder 30"/>
          <p:cNvSpPr>
            <a:spLocks noGrp="1"/>
          </p:cNvSpPr>
          <p:nvPr>
            <p:ph type="body" sz="quarter" idx="34" hasCustomPrompt="1"/>
          </p:nvPr>
        </p:nvSpPr>
        <p:spPr>
          <a:xfrm>
            <a:off x="7439914" y="6450838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cxnSp>
        <p:nvCxnSpPr>
          <p:cNvPr id="59" name="Straight Connector 58"/>
          <p:cNvCxnSpPr/>
          <p:nvPr userDrawn="1"/>
        </p:nvCxnSpPr>
        <p:spPr>
          <a:xfrm>
            <a:off x="-1454150" y="4435475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3575050" y="665676"/>
            <a:ext cx="4639388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2028135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39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2395458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28892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0_Graph SM RIGHT +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9450387" y="0"/>
            <a:ext cx="9372600" cy="113093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/>
          <a:lstStyle>
            <a:lvl1pPr>
              <a:buNone/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10212387" y="1768475"/>
            <a:ext cx="7804306" cy="1152998"/>
          </a:xfrm>
          <a:prstGeom prst="rect">
            <a:avLst/>
          </a:prstGeom>
        </p:spPr>
        <p:txBody>
          <a:bodyPr/>
          <a:lstStyle>
            <a:lvl1pPr marL="320040" indent="-311150">
              <a:lnSpc>
                <a:spcPct val="100000"/>
              </a:lnSpc>
              <a:spcBef>
                <a:spcPts val="475"/>
              </a:spcBef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Sohne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10199941" y="2921473"/>
            <a:ext cx="7816752" cy="104956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13260387" y="4201319"/>
            <a:ext cx="22860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15601251" y="4201319"/>
            <a:ext cx="22860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10212387" y="4664075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10212387" y="5249291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10212387" y="5871083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10212387" y="6444107"/>
            <a:ext cx="2895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="1" i="0" cap="none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Fett 17.5</a:t>
            </a:r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7" hasCustomPrompt="1"/>
          </p:nvPr>
        </p:nvSpPr>
        <p:spPr>
          <a:xfrm>
            <a:off x="13260387" y="46586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28" hasCustomPrompt="1"/>
          </p:nvPr>
        </p:nvSpPr>
        <p:spPr>
          <a:xfrm>
            <a:off x="15601251" y="46586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3" name="Text Placeholder 30"/>
          <p:cNvSpPr>
            <a:spLocks noGrp="1"/>
          </p:cNvSpPr>
          <p:nvPr>
            <p:ph type="body" sz="quarter" idx="29" hasCustomPrompt="1"/>
          </p:nvPr>
        </p:nvSpPr>
        <p:spPr>
          <a:xfrm>
            <a:off x="13260387" y="5256022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4" name="Text Placeholder 30"/>
          <p:cNvSpPr>
            <a:spLocks noGrp="1"/>
          </p:cNvSpPr>
          <p:nvPr>
            <p:ph type="body" sz="quarter" idx="30" hasCustomPrompt="1"/>
          </p:nvPr>
        </p:nvSpPr>
        <p:spPr>
          <a:xfrm>
            <a:off x="15601251" y="5256022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5" name="Text Placeholder 30"/>
          <p:cNvSpPr>
            <a:spLocks noGrp="1"/>
          </p:cNvSpPr>
          <p:nvPr>
            <p:ph type="body" sz="quarter" idx="31" hasCustomPrompt="1"/>
          </p:nvPr>
        </p:nvSpPr>
        <p:spPr>
          <a:xfrm>
            <a:off x="13260387" y="58778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6" name="Text Placeholder 30"/>
          <p:cNvSpPr>
            <a:spLocks noGrp="1"/>
          </p:cNvSpPr>
          <p:nvPr>
            <p:ph type="body" sz="quarter" idx="32" hasCustomPrompt="1"/>
          </p:nvPr>
        </p:nvSpPr>
        <p:spPr>
          <a:xfrm>
            <a:off x="15601251" y="5877814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33" hasCustomPrompt="1"/>
          </p:nvPr>
        </p:nvSpPr>
        <p:spPr>
          <a:xfrm>
            <a:off x="13260387" y="6450838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38" name="Text Placeholder 30"/>
          <p:cNvSpPr>
            <a:spLocks noGrp="1"/>
          </p:cNvSpPr>
          <p:nvPr>
            <p:ph type="body" sz="quarter" idx="34" hasCustomPrompt="1"/>
          </p:nvPr>
        </p:nvSpPr>
        <p:spPr>
          <a:xfrm>
            <a:off x="15601251" y="6450838"/>
            <a:ext cx="2133600" cy="381000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Sohne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</a:t>
            </a:r>
            <a:r>
              <a:rPr lang="en-US" sz="1750" baseline="0" dirty="0" err="1">
                <a:solidFill>
                  <a:srgbClr val="262626"/>
                </a:solidFill>
                <a:latin typeface="Sohne-Leicht" panose="020B0603030202060203" pitchFamily="34" charset="77"/>
              </a:rPr>
              <a:t>leicht</a:t>
            </a:r>
            <a:r>
              <a:rPr lang="en-US" sz="1750" baseline="0" dirty="0">
                <a:solidFill>
                  <a:srgbClr val="262626"/>
                </a:solidFill>
                <a:latin typeface="Sohne-Leicht" panose="020B0603030202060203" pitchFamily="34" charset="77"/>
              </a:rPr>
              <a:t> 17.5</a:t>
            </a:r>
            <a:endParaRPr lang="en-US" dirty="0"/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1728450" y="665676"/>
            <a:ext cx="6221522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0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10189472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39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10556795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40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110426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1_(1)Image / Recycle Reuse Reduce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16585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7" hasCustomPrompt="1"/>
          </p:nvPr>
        </p:nvSpPr>
        <p:spPr>
          <a:xfrm>
            <a:off x="6923916" y="1510930"/>
            <a:ext cx="12017788" cy="66869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0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Title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34" name="Text Placeholder 32"/>
          <p:cNvSpPr>
            <a:spLocks noGrp="1"/>
          </p:cNvSpPr>
          <p:nvPr>
            <p:ph type="body" sz="quarter" idx="18" hasCustomPrompt="1"/>
          </p:nvPr>
        </p:nvSpPr>
        <p:spPr>
          <a:xfrm>
            <a:off x="6923916" y="2192856"/>
            <a:ext cx="12017788" cy="131998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0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You Title 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42.5pt</a:t>
            </a:r>
            <a:endParaRPr lang="en-US" dirty="0"/>
          </a:p>
        </p:txBody>
      </p:sp>
      <p:sp>
        <p:nvSpPr>
          <p:cNvPr id="36" name="Text Placeholder 35"/>
          <p:cNvSpPr>
            <a:spLocks noGrp="1"/>
          </p:cNvSpPr>
          <p:nvPr>
            <p:ph type="body" sz="quarter" idx="19" hasCustomPrompt="1"/>
          </p:nvPr>
        </p:nvSpPr>
        <p:spPr>
          <a:xfrm>
            <a:off x="6908676" y="3913629"/>
            <a:ext cx="5668644" cy="457341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37" name="Text Placeholder 35"/>
          <p:cNvSpPr>
            <a:spLocks noGrp="1"/>
          </p:cNvSpPr>
          <p:nvPr>
            <p:ph type="body" sz="quarter" idx="20" hasCustomPrompt="1"/>
          </p:nvPr>
        </p:nvSpPr>
        <p:spPr>
          <a:xfrm>
            <a:off x="6908676" y="4370970"/>
            <a:ext cx="5668644" cy="13323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38" name="Text Placeholder 35"/>
          <p:cNvSpPr>
            <a:spLocks noGrp="1"/>
          </p:cNvSpPr>
          <p:nvPr>
            <p:ph type="body" sz="quarter" idx="21" hasCustomPrompt="1"/>
          </p:nvPr>
        </p:nvSpPr>
        <p:spPr>
          <a:xfrm>
            <a:off x="6908676" y="6144127"/>
            <a:ext cx="5668644" cy="912628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 / bullet point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  <a:p>
            <a:pPr lvl="0"/>
            <a:r>
              <a:rPr lang="en-US" dirty="0"/>
              <a:t>Remove text box if not needed</a:t>
            </a:r>
            <a:endParaRPr lang="en-US" dirty="0"/>
          </a:p>
        </p:txBody>
      </p:sp>
      <p:sp>
        <p:nvSpPr>
          <p:cNvPr id="39" name="Text Placeholder 35"/>
          <p:cNvSpPr>
            <a:spLocks noGrp="1"/>
          </p:cNvSpPr>
          <p:nvPr>
            <p:ph type="body" sz="quarter" idx="22" hasCustomPrompt="1"/>
          </p:nvPr>
        </p:nvSpPr>
        <p:spPr>
          <a:xfrm>
            <a:off x="6908676" y="5819405"/>
            <a:ext cx="5668644" cy="293607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17.5pt</a:t>
            </a:r>
            <a:endParaRPr lang="en-US" dirty="0"/>
          </a:p>
        </p:txBody>
      </p:sp>
      <p:sp>
        <p:nvSpPr>
          <p:cNvPr id="50" name="Text Placeholder 35"/>
          <p:cNvSpPr>
            <a:spLocks noGrp="1"/>
          </p:cNvSpPr>
          <p:nvPr>
            <p:ph type="body" sz="quarter" idx="23" hasCustomPrompt="1"/>
          </p:nvPr>
        </p:nvSpPr>
        <p:spPr>
          <a:xfrm>
            <a:off x="6908676" y="7500487"/>
            <a:ext cx="5668644" cy="912628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 / bullet point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  <a:p>
            <a:pPr lvl="0"/>
            <a:r>
              <a:rPr lang="en-US" dirty="0"/>
              <a:t>Remove text box if not needed</a:t>
            </a:r>
            <a:endParaRPr lang="en-US" dirty="0"/>
          </a:p>
        </p:txBody>
      </p:sp>
      <p:sp>
        <p:nvSpPr>
          <p:cNvPr id="51" name="Text Placeholder 35"/>
          <p:cNvSpPr>
            <a:spLocks noGrp="1"/>
          </p:cNvSpPr>
          <p:nvPr>
            <p:ph type="body" sz="quarter" idx="24" hasCustomPrompt="1"/>
          </p:nvPr>
        </p:nvSpPr>
        <p:spPr>
          <a:xfrm>
            <a:off x="6908676" y="7175765"/>
            <a:ext cx="5668644" cy="293607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17.5pt</a:t>
            </a:r>
            <a:endParaRPr lang="en-US" dirty="0"/>
          </a:p>
        </p:txBody>
      </p:sp>
      <p:sp>
        <p:nvSpPr>
          <p:cNvPr id="52" name="Text Placeholder 35"/>
          <p:cNvSpPr>
            <a:spLocks noGrp="1"/>
          </p:cNvSpPr>
          <p:nvPr>
            <p:ph type="body" sz="quarter" idx="25" hasCustomPrompt="1"/>
          </p:nvPr>
        </p:nvSpPr>
        <p:spPr>
          <a:xfrm>
            <a:off x="6908676" y="8856847"/>
            <a:ext cx="5668644" cy="912628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 / bullet point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17.5</a:t>
            </a:r>
            <a:endParaRPr lang="en-US" dirty="0"/>
          </a:p>
          <a:p>
            <a:pPr lvl="0"/>
            <a:r>
              <a:rPr lang="en-US" dirty="0"/>
              <a:t>Remove text box if not needed</a:t>
            </a:r>
            <a:endParaRPr lang="en-US" dirty="0"/>
          </a:p>
        </p:txBody>
      </p:sp>
      <p:sp>
        <p:nvSpPr>
          <p:cNvPr id="53" name="Text Placeholder 35"/>
          <p:cNvSpPr>
            <a:spLocks noGrp="1"/>
          </p:cNvSpPr>
          <p:nvPr>
            <p:ph type="body" sz="quarter" idx="26" hasCustomPrompt="1"/>
          </p:nvPr>
        </p:nvSpPr>
        <p:spPr>
          <a:xfrm>
            <a:off x="6908676" y="8532125"/>
            <a:ext cx="5668644" cy="293607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17.5pt</a:t>
            </a:r>
            <a:endParaRPr lang="en-US" dirty="0"/>
          </a:p>
        </p:txBody>
      </p:sp>
      <p:sp>
        <p:nvSpPr>
          <p:cNvPr id="55" name="Text Placeholder 35"/>
          <p:cNvSpPr>
            <a:spLocks noGrp="1"/>
          </p:cNvSpPr>
          <p:nvPr>
            <p:ph type="body" sz="quarter" idx="28" hasCustomPrompt="1"/>
          </p:nvPr>
        </p:nvSpPr>
        <p:spPr>
          <a:xfrm>
            <a:off x="13252450" y="4435475"/>
            <a:ext cx="5668644" cy="122383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6" name="Text Placehold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3252450" y="5805383"/>
            <a:ext cx="5668644" cy="1223830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 example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- 17.5pt</a:t>
            </a:r>
            <a:endParaRPr lang="en-US" dirty="0"/>
          </a:p>
          <a:p>
            <a:pPr lvl="0"/>
            <a:r>
              <a:rPr lang="en-US" dirty="0"/>
              <a:t>Remove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8" name="Text Placeholder 35"/>
          <p:cNvSpPr>
            <a:spLocks noGrp="1"/>
          </p:cNvSpPr>
          <p:nvPr>
            <p:ph type="body" sz="quarter" idx="31" hasCustomPrompt="1"/>
          </p:nvPr>
        </p:nvSpPr>
        <p:spPr>
          <a:xfrm>
            <a:off x="13252450" y="7725623"/>
            <a:ext cx="5668644" cy="204385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0" name="Text Placeholder 35"/>
          <p:cNvSpPr>
            <a:spLocks noGrp="1"/>
          </p:cNvSpPr>
          <p:nvPr>
            <p:ph type="body" sz="quarter" idx="37" hasCustomPrompt="1"/>
          </p:nvPr>
        </p:nvSpPr>
        <p:spPr>
          <a:xfrm>
            <a:off x="13252450" y="3913629"/>
            <a:ext cx="5668644" cy="457341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21" name="Text Placeholder 35"/>
          <p:cNvSpPr>
            <a:spLocks noGrp="1"/>
          </p:cNvSpPr>
          <p:nvPr>
            <p:ph type="body" sz="quarter" idx="38" hasCustomPrompt="1"/>
          </p:nvPr>
        </p:nvSpPr>
        <p:spPr>
          <a:xfrm>
            <a:off x="13252450" y="7197156"/>
            <a:ext cx="5668644" cy="457341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460662" y="665676"/>
            <a:ext cx="4639388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6937444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7304767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39" hasCustomPrompt="1"/>
          </p:nvPr>
        </p:nvSpPr>
        <p:spPr>
          <a:xfrm>
            <a:off x="77660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2_(1)Image + content Pink Tan 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4"/>
          <p:cNvSpPr/>
          <p:nvPr userDrawn="1"/>
        </p:nvSpPr>
        <p:spPr>
          <a:xfrm flipH="1">
            <a:off x="5407785" y="0"/>
            <a:ext cx="14696315" cy="11308715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253796" y="1235075"/>
            <a:ext cx="8341054" cy="882743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10859540" y="2167256"/>
            <a:ext cx="7996095" cy="47477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10858985" y="2725597"/>
            <a:ext cx="7996095" cy="719278"/>
          </a:xfrm>
          <a:prstGeom prst="rect">
            <a:avLst/>
          </a:prstGeom>
        </p:spPr>
        <p:txBody>
          <a:bodyPr/>
          <a:lstStyle>
            <a:lvl1pPr>
              <a:buNone/>
              <a:defRPr sz="320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– 32pt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9809" y="392822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3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10858984" y="36143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4" name="Text Placeholder 11"/>
          <p:cNvSpPr>
            <a:spLocks noGrp="1"/>
          </p:cNvSpPr>
          <p:nvPr>
            <p:ph type="body" sz="quarter" idx="54" hasCustomPrompt="1"/>
          </p:nvPr>
        </p:nvSpPr>
        <p:spPr>
          <a:xfrm>
            <a:off x="10849809" y="512837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5" name="Text Placeholder 11"/>
          <p:cNvSpPr>
            <a:spLocks noGrp="1"/>
          </p:cNvSpPr>
          <p:nvPr>
            <p:ph type="body" sz="quarter" idx="55" hasCustomPrompt="1"/>
          </p:nvPr>
        </p:nvSpPr>
        <p:spPr>
          <a:xfrm>
            <a:off x="10858984" y="481451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6" name="Text Placeholder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849809" y="6328525"/>
            <a:ext cx="8000495" cy="328854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7" name="Text Placeholder 11"/>
          <p:cNvSpPr>
            <a:spLocks noGrp="1"/>
          </p:cNvSpPr>
          <p:nvPr>
            <p:ph type="body" sz="quarter" idx="57" hasCustomPrompt="1"/>
          </p:nvPr>
        </p:nvSpPr>
        <p:spPr>
          <a:xfrm>
            <a:off x="10858984" y="60146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2_(1)Image + content Blue Tan 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/>
          <p:cNvSpPr/>
          <p:nvPr userDrawn="1"/>
        </p:nvSpPr>
        <p:spPr>
          <a:xfrm flipH="1">
            <a:off x="5407785" y="0"/>
            <a:ext cx="14696315" cy="11308715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253796" y="1235075"/>
            <a:ext cx="8341054" cy="882743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10859540" y="2167256"/>
            <a:ext cx="7996095" cy="47477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15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10858985" y="2725597"/>
            <a:ext cx="7996095" cy="719278"/>
          </a:xfrm>
          <a:prstGeom prst="rect">
            <a:avLst/>
          </a:prstGeom>
        </p:spPr>
        <p:txBody>
          <a:bodyPr/>
          <a:lstStyle>
            <a:lvl1pPr>
              <a:buNone/>
              <a:defRPr sz="320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– 32pt</a:t>
            </a:r>
            <a:endParaRPr lang="en-US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9809" y="392822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10858984" y="36143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54" hasCustomPrompt="1"/>
          </p:nvPr>
        </p:nvSpPr>
        <p:spPr>
          <a:xfrm>
            <a:off x="10849809" y="512837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55" hasCustomPrompt="1"/>
          </p:nvPr>
        </p:nvSpPr>
        <p:spPr>
          <a:xfrm>
            <a:off x="10858984" y="481451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849809" y="6328525"/>
            <a:ext cx="8000495" cy="328854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57" hasCustomPrompt="1"/>
          </p:nvPr>
        </p:nvSpPr>
        <p:spPr>
          <a:xfrm>
            <a:off x="10858984" y="60146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2_(1)Image + content Green Ta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/>
          <p:cNvSpPr/>
          <p:nvPr userDrawn="1"/>
        </p:nvSpPr>
        <p:spPr>
          <a:xfrm flipH="1">
            <a:off x="5407785" y="0"/>
            <a:ext cx="14696315" cy="11308715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253796" y="1235075"/>
            <a:ext cx="8341054" cy="882743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0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10859540" y="2167256"/>
            <a:ext cx="7996095" cy="47477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3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10858985" y="2725597"/>
            <a:ext cx="7996095" cy="719278"/>
          </a:xfrm>
          <a:prstGeom prst="rect">
            <a:avLst/>
          </a:prstGeom>
        </p:spPr>
        <p:txBody>
          <a:bodyPr/>
          <a:lstStyle>
            <a:lvl1pPr>
              <a:buNone/>
              <a:defRPr sz="320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– 32pt</a:t>
            </a:r>
            <a:endParaRPr lang="en-US" dirty="0"/>
          </a:p>
        </p:txBody>
      </p:sp>
      <p:sp>
        <p:nvSpPr>
          <p:cNvPr id="32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9809" y="392822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3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10858984" y="36143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4" name="Text Placeholder 11"/>
          <p:cNvSpPr>
            <a:spLocks noGrp="1"/>
          </p:cNvSpPr>
          <p:nvPr>
            <p:ph type="body" sz="quarter" idx="54" hasCustomPrompt="1"/>
          </p:nvPr>
        </p:nvSpPr>
        <p:spPr>
          <a:xfrm>
            <a:off x="10849809" y="512837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5" name="Text Placeholder 11"/>
          <p:cNvSpPr>
            <a:spLocks noGrp="1"/>
          </p:cNvSpPr>
          <p:nvPr>
            <p:ph type="body" sz="quarter" idx="55" hasCustomPrompt="1"/>
          </p:nvPr>
        </p:nvSpPr>
        <p:spPr>
          <a:xfrm>
            <a:off x="10858984" y="481451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6" name="Text Placeholder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849809" y="6328525"/>
            <a:ext cx="8000495" cy="328854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7" name="Text Placeholder 11"/>
          <p:cNvSpPr>
            <a:spLocks noGrp="1"/>
          </p:cNvSpPr>
          <p:nvPr>
            <p:ph type="body" sz="quarter" idx="57" hasCustomPrompt="1"/>
          </p:nvPr>
        </p:nvSpPr>
        <p:spPr>
          <a:xfrm>
            <a:off x="10858984" y="60146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2_(1)Image +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1253796" y="1235075"/>
            <a:ext cx="8341054" cy="882743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0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10859540" y="2167256"/>
            <a:ext cx="7996095" cy="47477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3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10858985" y="2725597"/>
            <a:ext cx="7996095" cy="719278"/>
          </a:xfrm>
          <a:prstGeom prst="rect">
            <a:avLst/>
          </a:prstGeom>
        </p:spPr>
        <p:txBody>
          <a:bodyPr/>
          <a:lstStyle>
            <a:lvl1pPr>
              <a:buNone/>
              <a:defRPr sz="320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– 32pt</a:t>
            </a:r>
            <a:endParaRPr lang="en-US" dirty="0"/>
          </a:p>
        </p:txBody>
      </p:sp>
      <p:sp>
        <p:nvSpPr>
          <p:cNvPr id="32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9809" y="392822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3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10858984" y="36143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4" name="Text Placeholder 11"/>
          <p:cNvSpPr>
            <a:spLocks noGrp="1"/>
          </p:cNvSpPr>
          <p:nvPr>
            <p:ph type="body" sz="quarter" idx="54" hasCustomPrompt="1"/>
          </p:nvPr>
        </p:nvSpPr>
        <p:spPr>
          <a:xfrm>
            <a:off x="10849809" y="512837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5" name="Text Placeholder 11"/>
          <p:cNvSpPr>
            <a:spLocks noGrp="1"/>
          </p:cNvSpPr>
          <p:nvPr>
            <p:ph type="body" sz="quarter" idx="55" hasCustomPrompt="1"/>
          </p:nvPr>
        </p:nvSpPr>
        <p:spPr>
          <a:xfrm>
            <a:off x="10858984" y="481451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6" name="Text Placeholder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849809" y="6328525"/>
            <a:ext cx="8000495" cy="328854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37" name="Text Placeholder 11"/>
          <p:cNvSpPr>
            <a:spLocks noGrp="1"/>
          </p:cNvSpPr>
          <p:nvPr>
            <p:ph type="body" sz="quarter" idx="57" hasCustomPrompt="1"/>
          </p:nvPr>
        </p:nvSpPr>
        <p:spPr>
          <a:xfrm>
            <a:off x="10858984" y="60146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3_(1)Image + Content Lef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3"/>
          <p:cNvSpPr>
            <a:spLocks noGrp="1"/>
          </p:cNvSpPr>
          <p:nvPr>
            <p:ph type="pic" sz="quarter" idx="16" hasCustomPrompt="1"/>
          </p:nvPr>
        </p:nvSpPr>
        <p:spPr>
          <a:xfrm>
            <a:off x="7232649" y="794"/>
            <a:ext cx="12872945" cy="1130855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2794118"/>
            <a:ext cx="6017384" cy="1260357"/>
          </a:xfrm>
          <a:prstGeom prst="rect">
            <a:avLst/>
          </a:prstGeom>
        </p:spPr>
        <p:txBody>
          <a:bodyPr/>
          <a:lstStyle>
            <a:lvl1pPr marL="8890" indent="0" algn="l">
              <a:lnSpc>
                <a:spcPts val="4600"/>
              </a:lnSpc>
              <a:spcBef>
                <a:spcPts val="600"/>
              </a:spcBef>
              <a:buNone/>
              <a:defRPr sz="425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</a:t>
            </a:r>
            <a:endParaRPr lang="en-US" dirty="0"/>
          </a:p>
          <a:p>
            <a:pPr lvl="0"/>
            <a:r>
              <a:rPr lang="en-US" dirty="0"/>
              <a:t>42.5pt</a:t>
            </a:r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588073" y="4095140"/>
            <a:ext cx="6017384" cy="937158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6_(1)Image + 5Rs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794"/>
            <a:ext cx="6191633" cy="1130855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451850" y="665676"/>
            <a:ext cx="10793309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6949442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7316765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7660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9" hasCustomPrompt="1"/>
          </p:nvPr>
        </p:nvSpPr>
        <p:spPr>
          <a:xfrm>
            <a:off x="6946405" y="1965702"/>
            <a:ext cx="12402044" cy="186017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6946405" y="4309094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6946900" y="4785102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42" hasCustomPrompt="1"/>
          </p:nvPr>
        </p:nvSpPr>
        <p:spPr>
          <a:xfrm>
            <a:off x="6946405" y="6071633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6946900" y="6547641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44" hasCustomPrompt="1"/>
          </p:nvPr>
        </p:nvSpPr>
        <p:spPr>
          <a:xfrm>
            <a:off x="12947155" y="4309094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45" hasCustomPrompt="1"/>
          </p:nvPr>
        </p:nvSpPr>
        <p:spPr>
          <a:xfrm>
            <a:off x="12947650" y="4785102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46" hasCustomPrompt="1"/>
          </p:nvPr>
        </p:nvSpPr>
        <p:spPr>
          <a:xfrm>
            <a:off x="12947155" y="6071633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12947650" y="6547641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8" hasCustomPrompt="1"/>
          </p:nvPr>
        </p:nvSpPr>
        <p:spPr>
          <a:xfrm>
            <a:off x="6946405" y="7860677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6946900" y="8336685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6_(1)Image + 5Rs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794"/>
            <a:ext cx="6191633" cy="1130855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8451850" y="665676"/>
            <a:ext cx="10793309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6949442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7316765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77660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9" hasCustomPrompt="1"/>
          </p:nvPr>
        </p:nvSpPr>
        <p:spPr>
          <a:xfrm>
            <a:off x="6946405" y="1965702"/>
            <a:ext cx="12402044" cy="186017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40" hasCustomPrompt="1"/>
          </p:nvPr>
        </p:nvSpPr>
        <p:spPr>
          <a:xfrm>
            <a:off x="6946405" y="4309094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1" hasCustomPrompt="1"/>
          </p:nvPr>
        </p:nvSpPr>
        <p:spPr>
          <a:xfrm>
            <a:off x="6946900" y="4785102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42" hasCustomPrompt="1"/>
          </p:nvPr>
        </p:nvSpPr>
        <p:spPr>
          <a:xfrm>
            <a:off x="6946405" y="6071633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43" hasCustomPrompt="1"/>
          </p:nvPr>
        </p:nvSpPr>
        <p:spPr>
          <a:xfrm>
            <a:off x="6946900" y="6547641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44" hasCustomPrompt="1"/>
          </p:nvPr>
        </p:nvSpPr>
        <p:spPr>
          <a:xfrm>
            <a:off x="12947155" y="4309094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45" hasCustomPrompt="1"/>
          </p:nvPr>
        </p:nvSpPr>
        <p:spPr>
          <a:xfrm>
            <a:off x="12947650" y="4785102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46" hasCustomPrompt="1"/>
          </p:nvPr>
        </p:nvSpPr>
        <p:spPr>
          <a:xfrm>
            <a:off x="12947155" y="6071633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12947650" y="6547641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8" hasCustomPrompt="1"/>
          </p:nvPr>
        </p:nvSpPr>
        <p:spPr>
          <a:xfrm>
            <a:off x="6946405" y="7860677"/>
            <a:ext cx="5467845" cy="43556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00000"/>
              </a:lnSpc>
              <a:spcBef>
                <a:spcPts val="0"/>
              </a:spcBef>
              <a:buNone/>
              <a:defRPr sz="32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breit</a:t>
            </a:r>
            <a:r>
              <a:rPr lang="en-US" dirty="0"/>
              <a:t>  </a:t>
            </a:r>
            <a:r>
              <a:rPr lang="en-US" dirty="0" err="1"/>
              <a:t>fett</a:t>
            </a:r>
            <a:r>
              <a:rPr lang="en-US" dirty="0"/>
              <a:t> 32pt</a:t>
            </a:r>
            <a:endParaRPr lang="en-US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6946900" y="8336685"/>
            <a:ext cx="5467350" cy="960774"/>
          </a:xfrm>
          <a:prstGeom prst="rect">
            <a:avLst/>
          </a:prstGeom>
        </p:spPr>
        <p:txBody>
          <a:bodyPr/>
          <a:lstStyle>
            <a:lvl1pPr marL="8890" marR="0" indent="0" algn="l" defTabSz="914400" rtl="0" eaLnBrk="1" fontAlgn="auto" latinLnBrk="0" hangingPunct="1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7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17.5pt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5_(1)Image Right + Conten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3"/>
          <p:cNvSpPr>
            <a:spLocks noGrp="1"/>
          </p:cNvSpPr>
          <p:nvPr>
            <p:ph type="pic" sz="quarter" idx="16" hasCustomPrompt="1"/>
          </p:nvPr>
        </p:nvSpPr>
        <p:spPr>
          <a:xfrm>
            <a:off x="13912467" y="794"/>
            <a:ext cx="6191633" cy="1130855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3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27006" y="3655961"/>
            <a:ext cx="6374627" cy="668019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3250" y="1539875"/>
            <a:ext cx="6398383" cy="625292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</a:t>
            </a:r>
            <a:r>
              <a:rPr lang="en-US" dirty="0"/>
              <a:t> Fett 42.5</a:t>
            </a:r>
            <a:endParaRPr lang="en-US" dirty="0"/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3250" y="2213853"/>
            <a:ext cx="6398384" cy="893334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616246" y="4806905"/>
            <a:ext cx="5872162" cy="28019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23.5pt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616246" y="7842713"/>
            <a:ext cx="5872162" cy="232739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23.5pt</a:t>
            </a:r>
            <a:endParaRPr lang="en-US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7151157" y="4806905"/>
            <a:ext cx="6191633" cy="280198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23.5pt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7150777" y="4467932"/>
            <a:ext cx="6166905" cy="32025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7151157" y="8171897"/>
            <a:ext cx="6191633" cy="199821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23.5pt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54" hasCustomPrompt="1"/>
          </p:nvPr>
        </p:nvSpPr>
        <p:spPr>
          <a:xfrm>
            <a:off x="7156451" y="3655961"/>
            <a:ext cx="6186340" cy="668019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55" hasCustomPrompt="1"/>
          </p:nvPr>
        </p:nvSpPr>
        <p:spPr>
          <a:xfrm>
            <a:off x="7150777" y="7806878"/>
            <a:ext cx="6166905" cy="320259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fett</a:t>
            </a:r>
            <a:r>
              <a:rPr lang="en-US" dirty="0"/>
              <a:t> 23.5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56" hasCustomPrompt="1"/>
          </p:nvPr>
        </p:nvSpPr>
        <p:spPr>
          <a:xfrm>
            <a:off x="7151157" y="1549355"/>
            <a:ext cx="6191633" cy="1543596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23.5pt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57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9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7_(1)ImageRIGHT + Conten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3633450" y="0"/>
            <a:ext cx="6470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4862491"/>
            <a:ext cx="11732384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6841944"/>
            <a:ext cx="11732384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216275"/>
            <a:ext cx="11732384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7_(1)ImageRIGHT + Conten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3633450" y="0"/>
            <a:ext cx="6470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4862491"/>
            <a:ext cx="11732384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6841944"/>
            <a:ext cx="11732384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216275"/>
            <a:ext cx="11732384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7_(1)ImageRIGHT + Content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3633450" y="0"/>
            <a:ext cx="6470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4862491"/>
            <a:ext cx="11732384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6841944"/>
            <a:ext cx="11732384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216275"/>
            <a:ext cx="11732384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27_(1)ImageRIGHT +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13633450" y="0"/>
            <a:ext cx="6470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4862491"/>
            <a:ext cx="11732384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6841944"/>
            <a:ext cx="11732384" cy="12649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05666" y="3216275"/>
            <a:ext cx="11732384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  Fett 42.5pt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7089016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7 - Tagline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_Full Image Only (no cop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2_(1)Full Imag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0104100" cy="1130935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8546" y="2395857"/>
            <a:ext cx="9291104" cy="697933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42.5pt</a:t>
            </a:r>
            <a:endParaRPr lang="en-US" dirty="0"/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666" y="3093790"/>
            <a:ext cx="9291104" cy="1494085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00"/>
              </a:lnSpc>
              <a:spcBef>
                <a:spcPts val="665"/>
              </a:spcBef>
              <a:buNone/>
              <a:defRPr sz="4250" b="0" i="0"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6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3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3_(3)image columns +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4706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478620" y="0"/>
            <a:ext cx="6697629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13171250" y="0"/>
            <a:ext cx="69328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01663" y="4511675"/>
            <a:ext cx="5487987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Fett 42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601663" y="5136144"/>
            <a:ext cx="5487987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7004050" y="4511675"/>
            <a:ext cx="5638766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Fett 42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004050" y="5136144"/>
            <a:ext cx="5638766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3709650" y="4511675"/>
            <a:ext cx="5943600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Fett 42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3709650" y="5136144"/>
            <a:ext cx="5943600" cy="609600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40"/>
              </a:lnSpc>
              <a:spcBef>
                <a:spcPts val="655"/>
              </a:spcBef>
              <a:buNone/>
              <a:defRPr sz="4200" b="0" i="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S. </a:t>
            </a:r>
            <a:r>
              <a:rPr lang="en-US" dirty="0" err="1"/>
              <a:t>Bre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42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_(2)image &amp; content - Pink &amp; Tan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4"/>
          <p:cNvSpPr/>
          <p:nvPr userDrawn="1"/>
        </p:nvSpPr>
        <p:spPr>
          <a:xfrm flipH="1">
            <a:off x="5407785" y="0"/>
            <a:ext cx="14696315" cy="11308715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0" y="1235075"/>
            <a:ext cx="89154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54" hasCustomPrompt="1"/>
          </p:nvPr>
        </p:nvSpPr>
        <p:spPr>
          <a:xfrm>
            <a:off x="679450" y="5672604"/>
            <a:ext cx="89154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10859540" y="2167256"/>
            <a:ext cx="7996095" cy="47477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Fett– 32pt</a:t>
            </a:r>
            <a:endParaRPr lang="en-US" dirty="0"/>
          </a:p>
        </p:txBody>
      </p:sp>
      <p:sp>
        <p:nvSpPr>
          <p:cNvPr id="20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10858985" y="2725597"/>
            <a:ext cx="7996095" cy="719278"/>
          </a:xfrm>
          <a:prstGeom prst="rect">
            <a:avLst/>
          </a:prstGeom>
        </p:spPr>
        <p:txBody>
          <a:bodyPr/>
          <a:lstStyle>
            <a:lvl1pPr>
              <a:buNone/>
              <a:defRPr sz="320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32pt</a:t>
            </a:r>
            <a:endParaRPr lang="en-US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9809" y="392822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31" hasCustomPrompt="1"/>
          </p:nvPr>
        </p:nvSpPr>
        <p:spPr>
          <a:xfrm>
            <a:off x="10849810" y="5123042"/>
            <a:ext cx="8004626" cy="64930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33" hasCustomPrompt="1"/>
          </p:nvPr>
        </p:nvSpPr>
        <p:spPr>
          <a:xfrm>
            <a:off x="10849810" y="6128932"/>
            <a:ext cx="8004626" cy="249754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10858984" y="36143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55" hasCustomPrompt="1"/>
          </p:nvPr>
        </p:nvSpPr>
        <p:spPr>
          <a:xfrm>
            <a:off x="10858984" y="4819706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858984" y="5832247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8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_(2)image &amp; content - Blue &amp; Tan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4"/>
          <p:cNvSpPr/>
          <p:nvPr userDrawn="1"/>
        </p:nvSpPr>
        <p:spPr>
          <a:xfrm flipH="1">
            <a:off x="5407785" y="0"/>
            <a:ext cx="14696315" cy="11308715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0" y="1235075"/>
            <a:ext cx="89154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6" name="Picture Placeholder 13"/>
          <p:cNvSpPr>
            <a:spLocks noGrp="1"/>
          </p:cNvSpPr>
          <p:nvPr>
            <p:ph type="pic" sz="quarter" idx="54" hasCustomPrompt="1"/>
          </p:nvPr>
        </p:nvSpPr>
        <p:spPr>
          <a:xfrm>
            <a:off x="679450" y="5672604"/>
            <a:ext cx="89154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10859540" y="2167256"/>
            <a:ext cx="7996095" cy="47477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Fett– 32pt</a:t>
            </a:r>
            <a:endParaRPr lang="en-US" dirty="0"/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10858985" y="2725597"/>
            <a:ext cx="7996095" cy="719278"/>
          </a:xfrm>
          <a:prstGeom prst="rect">
            <a:avLst/>
          </a:prstGeom>
        </p:spPr>
        <p:txBody>
          <a:bodyPr/>
          <a:lstStyle>
            <a:lvl1pPr>
              <a:buNone/>
              <a:defRPr sz="320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32pt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9809" y="392822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31" hasCustomPrompt="1"/>
          </p:nvPr>
        </p:nvSpPr>
        <p:spPr>
          <a:xfrm>
            <a:off x="10849810" y="5123042"/>
            <a:ext cx="8004626" cy="64930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33" hasCustomPrompt="1"/>
          </p:nvPr>
        </p:nvSpPr>
        <p:spPr>
          <a:xfrm>
            <a:off x="10849810" y="6128932"/>
            <a:ext cx="8004626" cy="249754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10858984" y="36143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55" hasCustomPrompt="1"/>
          </p:nvPr>
        </p:nvSpPr>
        <p:spPr>
          <a:xfrm>
            <a:off x="10858984" y="4819706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858984" y="5832247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4_(2)image &amp; content - Green &amp; Ta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4"/>
          <p:cNvSpPr/>
          <p:nvPr userDrawn="1"/>
        </p:nvSpPr>
        <p:spPr>
          <a:xfrm flipH="1">
            <a:off x="5407785" y="0"/>
            <a:ext cx="14696315" cy="11308715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0" y="1235075"/>
            <a:ext cx="89154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6" name="Picture Placeholder 13"/>
          <p:cNvSpPr>
            <a:spLocks noGrp="1"/>
          </p:cNvSpPr>
          <p:nvPr>
            <p:ph type="pic" sz="quarter" idx="54" hasCustomPrompt="1"/>
          </p:nvPr>
        </p:nvSpPr>
        <p:spPr>
          <a:xfrm>
            <a:off x="679450" y="5672604"/>
            <a:ext cx="8915400" cy="441960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10859540" y="2167256"/>
            <a:ext cx="7996095" cy="47477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Fett– 32pt</a:t>
            </a:r>
            <a:endParaRPr lang="en-US" dirty="0"/>
          </a:p>
        </p:txBody>
      </p:sp>
      <p:sp>
        <p:nvSpPr>
          <p:cNvPr id="19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10858985" y="2725597"/>
            <a:ext cx="7996095" cy="719278"/>
          </a:xfrm>
          <a:prstGeom prst="rect">
            <a:avLst/>
          </a:prstGeom>
        </p:spPr>
        <p:txBody>
          <a:bodyPr/>
          <a:lstStyle>
            <a:lvl1pPr>
              <a:buNone/>
              <a:defRPr sz="3200" baseline="0">
                <a:solidFill>
                  <a:srgbClr val="262626"/>
                </a:solidFill>
                <a:latin typeface="Söhne Brei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32pt</a:t>
            </a:r>
            <a:endParaRPr lang="en-US" dirty="0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10849809" y="3928226"/>
            <a:ext cx="8000495" cy="797384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31" hasCustomPrompt="1"/>
          </p:nvPr>
        </p:nvSpPr>
        <p:spPr>
          <a:xfrm>
            <a:off x="10849810" y="5123042"/>
            <a:ext cx="8004626" cy="64930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2" name="Text Placeholder 11"/>
          <p:cNvSpPr>
            <a:spLocks noGrp="1"/>
          </p:cNvSpPr>
          <p:nvPr>
            <p:ph type="body" sz="quarter" idx="33" hasCustomPrompt="1"/>
          </p:nvPr>
        </p:nvSpPr>
        <p:spPr>
          <a:xfrm>
            <a:off x="10849810" y="6128932"/>
            <a:ext cx="8004626" cy="2497543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17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points </a:t>
            </a:r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 – 17.5pt</a:t>
            </a:r>
            <a:endParaRPr lang="en-US" dirty="0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28" hasCustomPrompt="1"/>
          </p:nvPr>
        </p:nvSpPr>
        <p:spPr>
          <a:xfrm>
            <a:off x="10858984" y="3614360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55" hasCustomPrompt="1"/>
          </p:nvPr>
        </p:nvSpPr>
        <p:spPr>
          <a:xfrm>
            <a:off x="10858984" y="4819706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5" name="Text Placeholder 11"/>
          <p:cNvSpPr>
            <a:spLocks noGrp="1"/>
          </p:cNvSpPr>
          <p:nvPr>
            <p:ph type="body" sz="quarter" idx="56" hasCustomPrompt="1"/>
          </p:nvPr>
        </p:nvSpPr>
        <p:spPr>
          <a:xfrm>
            <a:off x="10858984" y="5832247"/>
            <a:ext cx="7987839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fett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5_(2)image WIDE + content - Pink Tan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/>
          <p:cNvSpPr/>
          <p:nvPr userDrawn="1"/>
        </p:nvSpPr>
        <p:spPr>
          <a:xfrm flipV="1">
            <a:off x="0" y="6237891"/>
            <a:ext cx="20104100" cy="5071459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BAD5DE"/>
              </a:solidFill>
            </a:endParaRPr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10226862" y="1235074"/>
            <a:ext cx="9179104" cy="6521187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617245" y="8034657"/>
            <a:ext cx="9225256" cy="502824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20878" y="8578296"/>
            <a:ext cx="9235096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17.5pt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618004" y="8917689"/>
            <a:ext cx="9240551" cy="1689986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1" y="1235074"/>
            <a:ext cx="9179104" cy="6521187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57" hasCustomPrompt="1"/>
          </p:nvPr>
        </p:nvSpPr>
        <p:spPr>
          <a:xfrm>
            <a:off x="10121462" y="8034657"/>
            <a:ext cx="9348375" cy="502824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58" hasCustomPrompt="1"/>
          </p:nvPr>
        </p:nvSpPr>
        <p:spPr>
          <a:xfrm>
            <a:off x="10125096" y="8578296"/>
            <a:ext cx="9358346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17.5pt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10122222" y="8917689"/>
            <a:ext cx="9363874" cy="1689986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5_(2)image WIDE + content - Blue Tan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4"/>
          <p:cNvSpPr/>
          <p:nvPr userDrawn="1"/>
        </p:nvSpPr>
        <p:spPr>
          <a:xfrm flipV="1">
            <a:off x="0" y="6237891"/>
            <a:ext cx="20104100" cy="5071459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BAD5DE"/>
              </a:solidFill>
            </a:endParaRPr>
          </a:p>
        </p:txBody>
      </p:sp>
      <p:sp>
        <p:nvSpPr>
          <p:cNvPr id="39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10226862" y="1235074"/>
            <a:ext cx="9179104" cy="6521187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46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1" y="1235074"/>
            <a:ext cx="9179104" cy="6521187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617245" y="8034657"/>
            <a:ext cx="9225256" cy="502824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20878" y="8578296"/>
            <a:ext cx="9235096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618004" y="8917689"/>
            <a:ext cx="9240551" cy="1689986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57" hasCustomPrompt="1"/>
          </p:nvPr>
        </p:nvSpPr>
        <p:spPr>
          <a:xfrm>
            <a:off x="10121462" y="8034657"/>
            <a:ext cx="9348375" cy="502824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58" hasCustomPrompt="1"/>
          </p:nvPr>
        </p:nvSpPr>
        <p:spPr>
          <a:xfrm>
            <a:off x="10125096" y="8578296"/>
            <a:ext cx="9358346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17.5pt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10122222" y="8917689"/>
            <a:ext cx="9363874" cy="1689986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5_(2)image WIDE + content - Green Ta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/>
          <p:cNvSpPr/>
          <p:nvPr userDrawn="1"/>
        </p:nvSpPr>
        <p:spPr>
          <a:xfrm flipV="1">
            <a:off x="0" y="6237891"/>
            <a:ext cx="20104100" cy="5071459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BAD5DE"/>
              </a:solidFill>
            </a:endParaRPr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10226862" y="1235074"/>
            <a:ext cx="9179104" cy="6521187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7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1" y="1235074"/>
            <a:ext cx="9179104" cy="6521187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617245" y="8034657"/>
            <a:ext cx="9225256" cy="502824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20878" y="8578296"/>
            <a:ext cx="9235096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6" hasCustomPrompt="1"/>
          </p:nvPr>
        </p:nvSpPr>
        <p:spPr>
          <a:xfrm>
            <a:off x="618004" y="8917689"/>
            <a:ext cx="9240551" cy="1689986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57" hasCustomPrompt="1"/>
          </p:nvPr>
        </p:nvSpPr>
        <p:spPr>
          <a:xfrm>
            <a:off x="10121462" y="8034657"/>
            <a:ext cx="9348375" cy="502824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32pt</a:t>
            </a:r>
            <a:endParaRPr lang="en-US" dirty="0"/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58" hasCustomPrompt="1"/>
          </p:nvPr>
        </p:nvSpPr>
        <p:spPr>
          <a:xfrm>
            <a:off x="10125096" y="8578296"/>
            <a:ext cx="9358346" cy="273050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baseline="0"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17.5pt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59" hasCustomPrompt="1"/>
          </p:nvPr>
        </p:nvSpPr>
        <p:spPr>
          <a:xfrm>
            <a:off x="10122222" y="8917689"/>
            <a:ext cx="9363874" cy="1689986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6_(3)Images TALL - Pink Tan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4"/>
          <p:cNvSpPr/>
          <p:nvPr userDrawn="1"/>
        </p:nvSpPr>
        <p:spPr>
          <a:xfrm flipV="1">
            <a:off x="0" y="6237890"/>
            <a:ext cx="20104100" cy="5071460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5151675" y="0"/>
                </a:moveTo>
                <a:lnTo>
                  <a:pt x="0" y="0"/>
                </a:lnTo>
                <a:lnTo>
                  <a:pt x="0" y="11308556"/>
                </a:lnTo>
                <a:lnTo>
                  <a:pt x="5151675" y="11308556"/>
                </a:lnTo>
                <a:lnTo>
                  <a:pt x="5151675" y="0"/>
                </a:lnTo>
                <a:close/>
              </a:path>
            </a:pathLst>
          </a:custGeom>
          <a:solidFill>
            <a:srgbClr val="EFECE6"/>
          </a:solidFill>
        </p:spPr>
        <p:txBody>
          <a:bodyPr wrap="square" lIns="0" tIns="0" rIns="0" bIns="0" rtlCol="0"/>
          <a:lstStyle/>
          <a:p>
            <a:endParaRPr dirty="0">
              <a:solidFill>
                <a:srgbClr val="BAD5DE"/>
              </a:solidFill>
            </a:endParaRP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8947006"/>
            <a:ext cx="6010971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605666" y="9549182"/>
            <a:ext cx="6017384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32" hasCustomPrompt="1"/>
          </p:nvPr>
        </p:nvSpPr>
        <p:spPr>
          <a:xfrm>
            <a:off x="699143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44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47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62" hasCustomPrompt="1"/>
          </p:nvPr>
        </p:nvSpPr>
        <p:spPr>
          <a:xfrm>
            <a:off x="6909485" y="8947006"/>
            <a:ext cx="6050037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63" hasCustomPrompt="1"/>
          </p:nvPr>
        </p:nvSpPr>
        <p:spPr>
          <a:xfrm>
            <a:off x="6909485" y="9549182"/>
            <a:ext cx="6056492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7" name="Text Placeholder 18"/>
          <p:cNvSpPr>
            <a:spLocks noGrp="1"/>
          </p:cNvSpPr>
          <p:nvPr>
            <p:ph type="body" sz="quarter" idx="64" hasCustomPrompt="1"/>
          </p:nvPr>
        </p:nvSpPr>
        <p:spPr>
          <a:xfrm>
            <a:off x="13324139" y="8947006"/>
            <a:ext cx="6024635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65" hasCustomPrompt="1"/>
          </p:nvPr>
        </p:nvSpPr>
        <p:spPr>
          <a:xfrm>
            <a:off x="13324138" y="9549182"/>
            <a:ext cx="6031063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6_(3)Images TALL - Blue Tan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 flipV="1">
            <a:off x="0" y="6400800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icture Placeholder 13"/>
          <p:cNvSpPr>
            <a:spLocks noGrp="1"/>
          </p:cNvSpPr>
          <p:nvPr>
            <p:ph type="pic" sz="quarter" idx="32" hasCustomPrompt="1"/>
          </p:nvPr>
        </p:nvSpPr>
        <p:spPr>
          <a:xfrm>
            <a:off x="699143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45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48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8947006"/>
            <a:ext cx="6010971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605666" y="9549182"/>
            <a:ext cx="6017384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62" hasCustomPrompt="1"/>
          </p:nvPr>
        </p:nvSpPr>
        <p:spPr>
          <a:xfrm>
            <a:off x="6909485" y="8947006"/>
            <a:ext cx="6050037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63" hasCustomPrompt="1"/>
          </p:nvPr>
        </p:nvSpPr>
        <p:spPr>
          <a:xfrm>
            <a:off x="6909485" y="9549182"/>
            <a:ext cx="6056492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64" hasCustomPrompt="1"/>
          </p:nvPr>
        </p:nvSpPr>
        <p:spPr>
          <a:xfrm>
            <a:off x="13324139" y="8947006"/>
            <a:ext cx="6024635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65" hasCustomPrompt="1"/>
          </p:nvPr>
        </p:nvSpPr>
        <p:spPr>
          <a:xfrm>
            <a:off x="13324138" y="9549182"/>
            <a:ext cx="6031063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6_(3)Images TALL - Green Ta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 userDrawn="1"/>
        </p:nvSpPr>
        <p:spPr>
          <a:xfrm flipV="1">
            <a:off x="0" y="6400800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icture Placeholder 13"/>
          <p:cNvSpPr>
            <a:spLocks noGrp="1"/>
          </p:cNvSpPr>
          <p:nvPr>
            <p:ph type="pic" sz="quarter" idx="32" hasCustomPrompt="1"/>
          </p:nvPr>
        </p:nvSpPr>
        <p:spPr>
          <a:xfrm>
            <a:off x="699143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42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45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1941912"/>
            <a:ext cx="5923907" cy="669296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5666" y="8947006"/>
            <a:ext cx="6010971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605666" y="9549182"/>
            <a:ext cx="6017384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62" hasCustomPrompt="1"/>
          </p:nvPr>
        </p:nvSpPr>
        <p:spPr>
          <a:xfrm>
            <a:off x="6909485" y="8947006"/>
            <a:ext cx="6050037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63" hasCustomPrompt="1"/>
          </p:nvPr>
        </p:nvSpPr>
        <p:spPr>
          <a:xfrm>
            <a:off x="6909485" y="9549182"/>
            <a:ext cx="6056492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64" hasCustomPrompt="1"/>
          </p:nvPr>
        </p:nvSpPr>
        <p:spPr>
          <a:xfrm>
            <a:off x="13324139" y="8947006"/>
            <a:ext cx="6024635" cy="524335"/>
          </a:xfrm>
          <a:prstGeom prst="rect">
            <a:avLst/>
          </a:prstGeom>
        </p:spPr>
        <p:txBody>
          <a:bodyPr/>
          <a:lstStyle>
            <a:lvl1pPr>
              <a:buNone/>
              <a:defRPr sz="320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32pt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65" hasCustomPrompt="1"/>
          </p:nvPr>
        </p:nvSpPr>
        <p:spPr>
          <a:xfrm>
            <a:off x="13324138" y="9549182"/>
            <a:ext cx="6031063" cy="1094491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_(3)Image REG + Conten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 flipV="1">
            <a:off x="0" y="6400800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2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3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8" name="Text Placeholder 35"/>
          <p:cNvSpPr>
            <a:spLocks noGrp="1"/>
          </p:cNvSpPr>
          <p:nvPr>
            <p:ph type="body" sz="quarter" idx="21" hasCustomPrompt="1"/>
          </p:nvPr>
        </p:nvSpPr>
        <p:spPr>
          <a:xfrm>
            <a:off x="605666" y="8452301"/>
            <a:ext cx="6017384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9" name="Text Placeholder 35"/>
          <p:cNvSpPr>
            <a:spLocks noGrp="1"/>
          </p:cNvSpPr>
          <p:nvPr>
            <p:ph type="body" sz="quarter" idx="22" hasCustomPrompt="1"/>
          </p:nvPr>
        </p:nvSpPr>
        <p:spPr>
          <a:xfrm>
            <a:off x="605666" y="8050980"/>
            <a:ext cx="6017384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21" name="Text Placeholder 35"/>
          <p:cNvSpPr>
            <a:spLocks noGrp="1"/>
          </p:cNvSpPr>
          <p:nvPr>
            <p:ph type="body" sz="quarter" idx="24" hasCustomPrompt="1"/>
          </p:nvPr>
        </p:nvSpPr>
        <p:spPr>
          <a:xfrm>
            <a:off x="6931623" y="8452301"/>
            <a:ext cx="6034353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22" name="Text Placeholder 35"/>
          <p:cNvSpPr>
            <a:spLocks noGrp="1"/>
          </p:cNvSpPr>
          <p:nvPr>
            <p:ph type="body" sz="quarter" idx="25" hasCustomPrompt="1"/>
          </p:nvPr>
        </p:nvSpPr>
        <p:spPr>
          <a:xfrm>
            <a:off x="6931623" y="8050980"/>
            <a:ext cx="6034353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24" name="Text Placeholder 35"/>
          <p:cNvSpPr>
            <a:spLocks noGrp="1"/>
          </p:cNvSpPr>
          <p:nvPr>
            <p:ph type="body" sz="quarter" idx="27" hasCustomPrompt="1"/>
          </p:nvPr>
        </p:nvSpPr>
        <p:spPr>
          <a:xfrm>
            <a:off x="13333133" y="8452301"/>
            <a:ext cx="6022069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25" name="Text Placeholder 35"/>
          <p:cNvSpPr>
            <a:spLocks noGrp="1"/>
          </p:cNvSpPr>
          <p:nvPr>
            <p:ph type="body" sz="quarter" idx="28" hasCustomPrompt="1"/>
          </p:nvPr>
        </p:nvSpPr>
        <p:spPr>
          <a:xfrm>
            <a:off x="13333133" y="8050980"/>
            <a:ext cx="6022069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6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3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_(3)Image REG + Conten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 flipV="1">
            <a:off x="0" y="6400800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8" name="Text Placeholder 35"/>
          <p:cNvSpPr>
            <a:spLocks noGrp="1"/>
          </p:cNvSpPr>
          <p:nvPr>
            <p:ph type="body" sz="quarter" idx="21" hasCustomPrompt="1"/>
          </p:nvPr>
        </p:nvSpPr>
        <p:spPr>
          <a:xfrm>
            <a:off x="605666" y="8452301"/>
            <a:ext cx="6017384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9" name="Text Placeholder 35"/>
          <p:cNvSpPr>
            <a:spLocks noGrp="1"/>
          </p:cNvSpPr>
          <p:nvPr>
            <p:ph type="body" sz="quarter" idx="22" hasCustomPrompt="1"/>
          </p:nvPr>
        </p:nvSpPr>
        <p:spPr>
          <a:xfrm>
            <a:off x="605666" y="8050980"/>
            <a:ext cx="6017384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21" name="Text Placeholder 35"/>
          <p:cNvSpPr>
            <a:spLocks noGrp="1"/>
          </p:cNvSpPr>
          <p:nvPr>
            <p:ph type="body" sz="quarter" idx="24" hasCustomPrompt="1"/>
          </p:nvPr>
        </p:nvSpPr>
        <p:spPr>
          <a:xfrm>
            <a:off x="6931623" y="8452301"/>
            <a:ext cx="6034353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22" name="Text Placeholder 35"/>
          <p:cNvSpPr>
            <a:spLocks noGrp="1"/>
          </p:cNvSpPr>
          <p:nvPr>
            <p:ph type="body" sz="quarter" idx="25" hasCustomPrompt="1"/>
          </p:nvPr>
        </p:nvSpPr>
        <p:spPr>
          <a:xfrm>
            <a:off x="6931623" y="8050980"/>
            <a:ext cx="6034353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24" name="Text Placeholder 35"/>
          <p:cNvSpPr>
            <a:spLocks noGrp="1"/>
          </p:cNvSpPr>
          <p:nvPr>
            <p:ph type="body" sz="quarter" idx="27" hasCustomPrompt="1"/>
          </p:nvPr>
        </p:nvSpPr>
        <p:spPr>
          <a:xfrm>
            <a:off x="13333133" y="8452301"/>
            <a:ext cx="6022069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25" name="Text Placeholder 35"/>
          <p:cNvSpPr>
            <a:spLocks noGrp="1"/>
          </p:cNvSpPr>
          <p:nvPr>
            <p:ph type="body" sz="quarter" idx="28" hasCustomPrompt="1"/>
          </p:nvPr>
        </p:nvSpPr>
        <p:spPr>
          <a:xfrm>
            <a:off x="13333133" y="8050980"/>
            <a:ext cx="6022069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63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7_(3)Image REG + Content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 userDrawn="1"/>
        </p:nvSpPr>
        <p:spPr>
          <a:xfrm flipV="1">
            <a:off x="0" y="6400800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1433289"/>
            <a:ext cx="5923907" cy="629164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8" name="Text Placeholder 35"/>
          <p:cNvSpPr>
            <a:spLocks noGrp="1"/>
          </p:cNvSpPr>
          <p:nvPr>
            <p:ph type="body" sz="quarter" idx="21" hasCustomPrompt="1"/>
          </p:nvPr>
        </p:nvSpPr>
        <p:spPr>
          <a:xfrm>
            <a:off x="605666" y="8452301"/>
            <a:ext cx="6017384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19" name="Text Placeholder 35"/>
          <p:cNvSpPr>
            <a:spLocks noGrp="1"/>
          </p:cNvSpPr>
          <p:nvPr>
            <p:ph type="body" sz="quarter" idx="22" hasCustomPrompt="1"/>
          </p:nvPr>
        </p:nvSpPr>
        <p:spPr>
          <a:xfrm>
            <a:off x="605666" y="8050980"/>
            <a:ext cx="6017384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21" name="Text Placeholder 35"/>
          <p:cNvSpPr>
            <a:spLocks noGrp="1"/>
          </p:cNvSpPr>
          <p:nvPr>
            <p:ph type="body" sz="quarter" idx="24" hasCustomPrompt="1"/>
          </p:nvPr>
        </p:nvSpPr>
        <p:spPr>
          <a:xfrm>
            <a:off x="6931623" y="8452301"/>
            <a:ext cx="6034353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22" name="Text Placeholder 35"/>
          <p:cNvSpPr>
            <a:spLocks noGrp="1"/>
          </p:cNvSpPr>
          <p:nvPr>
            <p:ph type="body" sz="quarter" idx="25" hasCustomPrompt="1"/>
          </p:nvPr>
        </p:nvSpPr>
        <p:spPr>
          <a:xfrm>
            <a:off x="6931623" y="8050980"/>
            <a:ext cx="6034353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24" name="Text Placeholder 35"/>
          <p:cNvSpPr>
            <a:spLocks noGrp="1"/>
          </p:cNvSpPr>
          <p:nvPr>
            <p:ph type="body" sz="quarter" idx="27" hasCustomPrompt="1"/>
          </p:nvPr>
        </p:nvSpPr>
        <p:spPr>
          <a:xfrm>
            <a:off x="13333133" y="8452301"/>
            <a:ext cx="6022069" cy="2191373"/>
          </a:xfrm>
          <a:prstGeom prst="rect">
            <a:avLst/>
          </a:prstGeom>
        </p:spPr>
        <p:txBody>
          <a:bodyPr/>
          <a:lstStyle>
            <a:lvl1pPr marL="294640" indent="-285750">
              <a:lnSpc>
                <a:spcPct val="110000"/>
              </a:lnSpc>
              <a:spcBef>
                <a:spcPts val="40"/>
              </a:spcBef>
              <a:buFontTx/>
              <a:buChar char="-"/>
              <a:defRPr sz="2350" b="0" i="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Bullet points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25" name="Text Placeholder 35"/>
          <p:cNvSpPr>
            <a:spLocks noGrp="1"/>
          </p:cNvSpPr>
          <p:nvPr>
            <p:ph type="body" sz="quarter" idx="28" hasCustomPrompt="1"/>
          </p:nvPr>
        </p:nvSpPr>
        <p:spPr>
          <a:xfrm>
            <a:off x="13333133" y="8050980"/>
            <a:ext cx="6022069" cy="40132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0000"/>
              </a:lnSpc>
              <a:spcBef>
                <a:spcPts val="40"/>
              </a:spcBef>
              <a:buNone/>
              <a:defRPr sz="235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Subtitle Sohne Fett  23.5pt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7" name="Text Placeholder 23"/>
          <p:cNvSpPr>
            <a:spLocks noGrp="1"/>
          </p:cNvSpPr>
          <p:nvPr>
            <p:ph type="body" sz="quarter" idx="63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8_(3) Image SHORT - Content pink">
    <p:bg>
      <p:bgPr>
        <a:solidFill>
          <a:srgbClr val="F3C6B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 flipV="1">
            <a:off x="0" y="6408959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8446" y="1212231"/>
            <a:ext cx="15006204" cy="697933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566" y="1910164"/>
            <a:ext cx="15006204" cy="896619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37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08546" y="7079856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01967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9" name="Text Placeholder 18"/>
          <p:cNvSpPr>
            <a:spLocks noGrp="1"/>
          </p:cNvSpPr>
          <p:nvPr>
            <p:ph type="body" sz="quarter" idx="62" hasCustomPrompt="1"/>
          </p:nvPr>
        </p:nvSpPr>
        <p:spPr>
          <a:xfrm>
            <a:off x="6915216" y="7079856"/>
            <a:ext cx="6050885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40" name="Text Placeholder 18"/>
          <p:cNvSpPr>
            <a:spLocks noGrp="1"/>
          </p:cNvSpPr>
          <p:nvPr>
            <p:ph type="body" sz="quarter" idx="64" hasCustomPrompt="1"/>
          </p:nvPr>
        </p:nvSpPr>
        <p:spPr>
          <a:xfrm>
            <a:off x="13316016" y="7079856"/>
            <a:ext cx="6039322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67" hasCustomPrompt="1"/>
          </p:nvPr>
        </p:nvSpPr>
        <p:spPr>
          <a:xfrm>
            <a:off x="6905785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68" hasCustomPrompt="1"/>
          </p:nvPr>
        </p:nvSpPr>
        <p:spPr>
          <a:xfrm>
            <a:off x="13278876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8_(3) Image SHORT - Content blue">
    <p:bg>
      <p:bgPr>
        <a:solidFill>
          <a:srgbClr val="BAD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 flipV="1">
            <a:off x="0" y="6408959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8446" y="1212231"/>
            <a:ext cx="15006204" cy="697933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566" y="1910164"/>
            <a:ext cx="15006204" cy="896619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28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08546" y="7079856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01967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3" name="Text Placeholder 18"/>
          <p:cNvSpPr>
            <a:spLocks noGrp="1"/>
          </p:cNvSpPr>
          <p:nvPr>
            <p:ph type="body" sz="quarter" idx="62" hasCustomPrompt="1"/>
          </p:nvPr>
        </p:nvSpPr>
        <p:spPr>
          <a:xfrm>
            <a:off x="6915216" y="7079856"/>
            <a:ext cx="6050885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64" hasCustomPrompt="1"/>
          </p:nvPr>
        </p:nvSpPr>
        <p:spPr>
          <a:xfrm>
            <a:off x="13316016" y="7079856"/>
            <a:ext cx="6039322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67" hasCustomPrompt="1"/>
          </p:nvPr>
        </p:nvSpPr>
        <p:spPr>
          <a:xfrm>
            <a:off x="6905785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68" hasCustomPrompt="1"/>
          </p:nvPr>
        </p:nvSpPr>
        <p:spPr>
          <a:xfrm>
            <a:off x="13278876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8_(3) Image SHORT - Content green">
    <p:bg>
      <p:bgPr>
        <a:solidFill>
          <a:srgbClr val="BBD9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 userDrawn="1"/>
        </p:nvSpPr>
        <p:spPr>
          <a:xfrm flipV="1">
            <a:off x="0" y="6408959"/>
            <a:ext cx="20104100" cy="490855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8446" y="1212231"/>
            <a:ext cx="15006204" cy="697933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566" y="1910164"/>
            <a:ext cx="15006204" cy="896619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08546" y="7079856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01967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62" hasCustomPrompt="1"/>
          </p:nvPr>
        </p:nvSpPr>
        <p:spPr>
          <a:xfrm>
            <a:off x="6915216" y="7079856"/>
            <a:ext cx="6050885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64" hasCustomPrompt="1"/>
          </p:nvPr>
        </p:nvSpPr>
        <p:spPr>
          <a:xfrm>
            <a:off x="13316016" y="7079856"/>
            <a:ext cx="6039322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67" hasCustomPrompt="1"/>
          </p:nvPr>
        </p:nvSpPr>
        <p:spPr>
          <a:xfrm>
            <a:off x="6905785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68" hasCustomPrompt="1"/>
          </p:nvPr>
        </p:nvSpPr>
        <p:spPr>
          <a:xfrm>
            <a:off x="13278876" y="7644183"/>
            <a:ext cx="6173483" cy="75369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90000"/>
              </a:lnSpc>
              <a:spcBef>
                <a:spcPts val="40"/>
              </a:spcBef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_(6)Image SHORT -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08546" y="4553831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01967" y="5033650"/>
            <a:ext cx="6173483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1318769"/>
            <a:ext cx="5923907" cy="29550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1318769"/>
            <a:ext cx="5923907" cy="29550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1318769"/>
            <a:ext cx="5923907" cy="29550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28" name="Text Placeholder 18"/>
          <p:cNvSpPr>
            <a:spLocks noGrp="1"/>
          </p:cNvSpPr>
          <p:nvPr>
            <p:ph type="body" sz="quarter" idx="67" hasCustomPrompt="1"/>
          </p:nvPr>
        </p:nvSpPr>
        <p:spPr>
          <a:xfrm>
            <a:off x="608546" y="9446673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68" hasCustomPrompt="1"/>
          </p:nvPr>
        </p:nvSpPr>
        <p:spPr>
          <a:xfrm>
            <a:off x="601967" y="9926492"/>
            <a:ext cx="6173483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3" name="Picture Placeholder 13"/>
          <p:cNvSpPr>
            <a:spLocks noGrp="1"/>
          </p:cNvSpPr>
          <p:nvPr>
            <p:ph type="pic" sz="quarter" idx="69" hasCustomPrompt="1"/>
          </p:nvPr>
        </p:nvSpPr>
        <p:spPr>
          <a:xfrm>
            <a:off x="699143" y="6211611"/>
            <a:ext cx="5923907" cy="29550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70" hasCustomPrompt="1"/>
          </p:nvPr>
        </p:nvSpPr>
        <p:spPr>
          <a:xfrm>
            <a:off x="6929136" y="4553831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sz="quarter" idx="71" hasCustomPrompt="1"/>
          </p:nvPr>
        </p:nvSpPr>
        <p:spPr>
          <a:xfrm>
            <a:off x="6922557" y="5033650"/>
            <a:ext cx="6173483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6" name="Text Placeholder 18"/>
          <p:cNvSpPr>
            <a:spLocks noGrp="1"/>
          </p:cNvSpPr>
          <p:nvPr>
            <p:ph type="body" sz="quarter" idx="72" hasCustomPrompt="1"/>
          </p:nvPr>
        </p:nvSpPr>
        <p:spPr>
          <a:xfrm>
            <a:off x="6929136" y="9446673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73" hasCustomPrompt="1"/>
          </p:nvPr>
        </p:nvSpPr>
        <p:spPr>
          <a:xfrm>
            <a:off x="6922557" y="9926492"/>
            <a:ext cx="6173483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8" name="Picture Placeholder 13"/>
          <p:cNvSpPr>
            <a:spLocks noGrp="1"/>
          </p:cNvSpPr>
          <p:nvPr>
            <p:ph type="pic" sz="quarter" idx="74" hasCustomPrompt="1"/>
          </p:nvPr>
        </p:nvSpPr>
        <p:spPr>
          <a:xfrm>
            <a:off x="7019733" y="6211611"/>
            <a:ext cx="5923907" cy="29550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9" name="Text Placeholder 18"/>
          <p:cNvSpPr>
            <a:spLocks noGrp="1"/>
          </p:cNvSpPr>
          <p:nvPr>
            <p:ph type="body" sz="quarter" idx="75" hasCustomPrompt="1"/>
          </p:nvPr>
        </p:nvSpPr>
        <p:spPr>
          <a:xfrm>
            <a:off x="13329936" y="4553831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76" hasCustomPrompt="1"/>
          </p:nvPr>
        </p:nvSpPr>
        <p:spPr>
          <a:xfrm>
            <a:off x="13323357" y="5033650"/>
            <a:ext cx="6173483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41" name="Text Placeholder 18"/>
          <p:cNvSpPr>
            <a:spLocks noGrp="1"/>
          </p:cNvSpPr>
          <p:nvPr>
            <p:ph type="body" sz="quarter" idx="77" hasCustomPrompt="1"/>
          </p:nvPr>
        </p:nvSpPr>
        <p:spPr>
          <a:xfrm>
            <a:off x="13329936" y="9446673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78" hasCustomPrompt="1"/>
          </p:nvPr>
        </p:nvSpPr>
        <p:spPr>
          <a:xfrm>
            <a:off x="13323357" y="9926492"/>
            <a:ext cx="6173483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43" name="Picture Placeholder 13"/>
          <p:cNvSpPr>
            <a:spLocks noGrp="1"/>
          </p:cNvSpPr>
          <p:nvPr>
            <p:ph type="pic" sz="quarter" idx="79" hasCustomPrompt="1"/>
          </p:nvPr>
        </p:nvSpPr>
        <p:spPr>
          <a:xfrm>
            <a:off x="13420533" y="6211611"/>
            <a:ext cx="5923907" cy="29550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8_(3) Image SHORT -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08446" y="1212231"/>
            <a:ext cx="15006204" cy="697933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605566" y="1910164"/>
            <a:ext cx="15006204" cy="896619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42.5pt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608546" y="7079856"/>
            <a:ext cx="6166904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28" hasCustomPrompt="1"/>
          </p:nvPr>
        </p:nvSpPr>
        <p:spPr>
          <a:xfrm>
            <a:off x="601967" y="7644183"/>
            <a:ext cx="6173483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56" hasCustomPrompt="1"/>
          </p:nvPr>
        </p:nvSpPr>
        <p:spPr>
          <a:xfrm>
            <a:off x="699143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58" hasCustomPrompt="1"/>
          </p:nvPr>
        </p:nvSpPr>
        <p:spPr>
          <a:xfrm>
            <a:off x="13431295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61" hasCustomPrompt="1"/>
          </p:nvPr>
        </p:nvSpPr>
        <p:spPr>
          <a:xfrm>
            <a:off x="7042070" y="2888856"/>
            <a:ext cx="5923907" cy="3892310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62" hasCustomPrompt="1"/>
          </p:nvPr>
        </p:nvSpPr>
        <p:spPr>
          <a:xfrm>
            <a:off x="6915216" y="7079856"/>
            <a:ext cx="6050885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sz="quarter" idx="63" hasCustomPrompt="1"/>
          </p:nvPr>
        </p:nvSpPr>
        <p:spPr>
          <a:xfrm>
            <a:off x="6908638" y="7644183"/>
            <a:ext cx="6057340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64" hasCustomPrompt="1"/>
          </p:nvPr>
        </p:nvSpPr>
        <p:spPr>
          <a:xfrm>
            <a:off x="13316016" y="7079856"/>
            <a:ext cx="6039322" cy="448005"/>
          </a:xfrm>
          <a:prstGeom prst="rect">
            <a:avLst/>
          </a:prstGeom>
        </p:spPr>
        <p:txBody>
          <a:bodyPr/>
          <a:lstStyle>
            <a:lvl1pPr>
              <a:buNone/>
              <a:defRPr sz="3200" b="1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32pt</a:t>
            </a:r>
            <a:endParaRPr lang="en-US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65" hasCustomPrompt="1"/>
          </p:nvPr>
        </p:nvSpPr>
        <p:spPr>
          <a:xfrm>
            <a:off x="13309437" y="7644183"/>
            <a:ext cx="6045765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3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6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9_Gallery(x5)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0" y="1318769"/>
            <a:ext cx="5918786" cy="495066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16" hasCustomPrompt="1"/>
          </p:nvPr>
        </p:nvSpPr>
        <p:spPr>
          <a:xfrm>
            <a:off x="7003713" y="1318768"/>
            <a:ext cx="6096674" cy="34986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8" name="Picture Placeholder 13"/>
          <p:cNvSpPr>
            <a:spLocks noGrp="1"/>
          </p:cNvSpPr>
          <p:nvPr>
            <p:ph type="pic" sz="quarter" idx="17" hasCustomPrompt="1"/>
          </p:nvPr>
        </p:nvSpPr>
        <p:spPr>
          <a:xfrm>
            <a:off x="7003713" y="5232589"/>
            <a:ext cx="6096674" cy="537508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9" name="Picture Placeholder 13"/>
          <p:cNvSpPr>
            <a:spLocks noGrp="1"/>
          </p:cNvSpPr>
          <p:nvPr>
            <p:ph type="pic" sz="quarter" idx="18" hasCustomPrompt="1"/>
          </p:nvPr>
        </p:nvSpPr>
        <p:spPr>
          <a:xfrm>
            <a:off x="13504824" y="1318768"/>
            <a:ext cx="5843626" cy="9288907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19" hasCustomPrompt="1"/>
          </p:nvPr>
        </p:nvSpPr>
        <p:spPr>
          <a:xfrm>
            <a:off x="679450" y="6666914"/>
            <a:ext cx="5918786" cy="3940761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2_Gallery(x6)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50" y="1318769"/>
            <a:ext cx="5918786" cy="495066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16" hasCustomPrompt="1"/>
          </p:nvPr>
        </p:nvSpPr>
        <p:spPr>
          <a:xfrm>
            <a:off x="7003713" y="1318768"/>
            <a:ext cx="6096674" cy="3498619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8" name="Picture Placeholder 13"/>
          <p:cNvSpPr>
            <a:spLocks noGrp="1"/>
          </p:cNvSpPr>
          <p:nvPr>
            <p:ph type="pic" sz="quarter" idx="17" hasCustomPrompt="1"/>
          </p:nvPr>
        </p:nvSpPr>
        <p:spPr>
          <a:xfrm>
            <a:off x="7003713" y="5232589"/>
            <a:ext cx="6096674" cy="537508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19" hasCustomPrompt="1"/>
          </p:nvPr>
        </p:nvSpPr>
        <p:spPr>
          <a:xfrm>
            <a:off x="679450" y="6666914"/>
            <a:ext cx="5918786" cy="3940761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3" name="Picture Placeholder 13"/>
          <p:cNvSpPr>
            <a:spLocks noGrp="1"/>
          </p:cNvSpPr>
          <p:nvPr>
            <p:ph type="pic" sz="quarter" idx="25" hasCustomPrompt="1"/>
          </p:nvPr>
        </p:nvSpPr>
        <p:spPr>
          <a:xfrm>
            <a:off x="13505864" y="1318769"/>
            <a:ext cx="5842586" cy="495066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26" hasCustomPrompt="1"/>
          </p:nvPr>
        </p:nvSpPr>
        <p:spPr>
          <a:xfrm>
            <a:off x="13505864" y="6666914"/>
            <a:ext cx="5842586" cy="3940761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4_(6)Gallery Content Tan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79449" y="1318769"/>
            <a:ext cx="4257443" cy="441210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19" hasCustomPrompt="1"/>
          </p:nvPr>
        </p:nvSpPr>
        <p:spPr>
          <a:xfrm>
            <a:off x="679449" y="6195570"/>
            <a:ext cx="4257443" cy="441210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9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665676"/>
            <a:ext cx="8074784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0" name="Text Placeholder 23"/>
          <p:cNvSpPr>
            <a:spLocks noGrp="1"/>
          </p:cNvSpPr>
          <p:nvPr>
            <p:ph type="body" sz="quarter" idx="22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27" hasCustomPrompt="1"/>
          </p:nvPr>
        </p:nvSpPr>
        <p:spPr>
          <a:xfrm>
            <a:off x="5388609" y="1318769"/>
            <a:ext cx="4257443" cy="441210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28" hasCustomPrompt="1"/>
          </p:nvPr>
        </p:nvSpPr>
        <p:spPr>
          <a:xfrm>
            <a:off x="5388609" y="6195570"/>
            <a:ext cx="4257443" cy="441210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29" hasCustomPrompt="1"/>
          </p:nvPr>
        </p:nvSpPr>
        <p:spPr>
          <a:xfrm>
            <a:off x="10095277" y="1318769"/>
            <a:ext cx="4257443" cy="441210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30" hasCustomPrompt="1"/>
          </p:nvPr>
        </p:nvSpPr>
        <p:spPr>
          <a:xfrm>
            <a:off x="10095277" y="6195570"/>
            <a:ext cx="4257443" cy="4412106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31" hasCustomPrompt="1"/>
          </p:nvPr>
        </p:nvSpPr>
        <p:spPr>
          <a:xfrm>
            <a:off x="14808080" y="1318769"/>
            <a:ext cx="4617781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14801944" y="1798588"/>
            <a:ext cx="4622707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33" hasCustomPrompt="1"/>
          </p:nvPr>
        </p:nvSpPr>
        <p:spPr>
          <a:xfrm>
            <a:off x="14808080" y="2911475"/>
            <a:ext cx="4617781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14801944" y="3391294"/>
            <a:ext cx="4622707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35" hasCustomPrompt="1"/>
          </p:nvPr>
        </p:nvSpPr>
        <p:spPr>
          <a:xfrm>
            <a:off x="14808080" y="4505218"/>
            <a:ext cx="4617781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14801944" y="4985037"/>
            <a:ext cx="4622707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26" name="Text Placeholder 18"/>
          <p:cNvSpPr>
            <a:spLocks noGrp="1"/>
          </p:cNvSpPr>
          <p:nvPr>
            <p:ph type="body" sz="quarter" idx="37" hasCustomPrompt="1"/>
          </p:nvPr>
        </p:nvSpPr>
        <p:spPr>
          <a:xfrm>
            <a:off x="14808080" y="6195569"/>
            <a:ext cx="4617781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14801944" y="6675388"/>
            <a:ext cx="4622707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39" hasCustomPrompt="1"/>
          </p:nvPr>
        </p:nvSpPr>
        <p:spPr>
          <a:xfrm>
            <a:off x="14808080" y="7788275"/>
            <a:ext cx="4617781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14801944" y="8268094"/>
            <a:ext cx="4622707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  <p:sp>
        <p:nvSpPr>
          <p:cNvPr id="33" name="Text Placeholder 18"/>
          <p:cNvSpPr>
            <a:spLocks noGrp="1"/>
          </p:cNvSpPr>
          <p:nvPr>
            <p:ph type="body" sz="quarter" idx="41" hasCustomPrompt="1"/>
          </p:nvPr>
        </p:nvSpPr>
        <p:spPr>
          <a:xfrm>
            <a:off x="14808080" y="9382018"/>
            <a:ext cx="4617781" cy="448005"/>
          </a:xfrm>
          <a:prstGeom prst="rect">
            <a:avLst/>
          </a:prstGeom>
        </p:spPr>
        <p:txBody>
          <a:bodyPr/>
          <a:lstStyle>
            <a:lvl1pPr>
              <a:buNone/>
              <a:defRPr sz="2350" b="0" i="0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23.5pt</a:t>
            </a:r>
            <a:endParaRPr lang="en-US" dirty="0"/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14801944" y="9861837"/>
            <a:ext cx="4622707" cy="753692"/>
          </a:xfrm>
          <a:prstGeom prst="rect">
            <a:avLst/>
          </a:prstGeom>
        </p:spPr>
        <p:txBody>
          <a:bodyPr/>
          <a:lstStyle>
            <a:lvl1pPr>
              <a:buNone/>
              <a:defRPr sz="17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Body copy small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– 17.5pt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0_Gallery(x4) Half T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706" y="1"/>
            <a:ext cx="20102688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FECE7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501562" y="1075299"/>
            <a:ext cx="4597488" cy="5144184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7" name="Picture Placeholder 13"/>
          <p:cNvSpPr>
            <a:spLocks noGrp="1"/>
          </p:cNvSpPr>
          <p:nvPr>
            <p:ph type="pic" sz="quarter" idx="16" hasCustomPrompt="1"/>
          </p:nvPr>
        </p:nvSpPr>
        <p:spPr>
          <a:xfrm>
            <a:off x="5599907" y="1101205"/>
            <a:ext cx="4452144" cy="3637955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28" name="Picture Placeholder 13"/>
          <p:cNvSpPr>
            <a:spLocks noGrp="1"/>
          </p:cNvSpPr>
          <p:nvPr>
            <p:ph type="pic" sz="quarter" idx="17" hasCustomPrompt="1"/>
          </p:nvPr>
        </p:nvSpPr>
        <p:spPr>
          <a:xfrm>
            <a:off x="5599907" y="5143022"/>
            <a:ext cx="4452144" cy="5740133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30" name="Picture Placeholder 13"/>
          <p:cNvSpPr>
            <a:spLocks noGrp="1"/>
          </p:cNvSpPr>
          <p:nvPr>
            <p:ph type="pic" sz="quarter" idx="19" hasCustomPrompt="1"/>
          </p:nvPr>
        </p:nvSpPr>
        <p:spPr>
          <a:xfrm>
            <a:off x="501562" y="6666914"/>
            <a:ext cx="4597488" cy="4205358"/>
          </a:xfrm>
          <a:prstGeom prst="rect">
            <a:avLst/>
          </a:prstGeom>
        </p:spPr>
        <p:txBody>
          <a:bodyPr/>
          <a:lstStyle>
            <a:lvl1pPr>
              <a:buNone/>
              <a:defRPr sz="2475" cap="all" baseline="0">
                <a:solidFill>
                  <a:srgbClr val="212721"/>
                </a:solidFill>
                <a:latin typeface="Söhne" panose="020B0603030202060203" pitchFamily="34" charset="77"/>
              </a:defRPr>
            </a:lvl1pPr>
          </a:lstStyle>
          <a:p>
            <a:r>
              <a:rPr lang="en-US" dirty="0"/>
              <a:t>Click to insert Picture</a:t>
            </a:r>
            <a:endParaRPr lang="en-US" dirty="0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585450" y="2911475"/>
            <a:ext cx="8610600" cy="1263808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20"/>
              </a:lnSpc>
              <a:spcBef>
                <a:spcPts val="655"/>
              </a:spcBef>
              <a:buNone/>
              <a:defRPr sz="4250" b="0" i="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Title Case Sohne </a:t>
            </a:r>
            <a:r>
              <a:rPr lang="en-US" dirty="0" err="1"/>
              <a:t>Breit</a:t>
            </a:r>
            <a:r>
              <a:rPr lang="en-US" dirty="0"/>
              <a:t> Fett 42.5pt</a:t>
            </a:r>
            <a:endParaRPr lang="en-US" dirty="0"/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10585450" y="4924903"/>
            <a:ext cx="8610600" cy="1872772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ct val="117000"/>
              </a:lnSpc>
              <a:spcBef>
                <a:spcPts val="0"/>
              </a:spcBef>
              <a:buFontTx/>
              <a:buNone/>
              <a:defRPr sz="235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–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22" hasCustomPrompt="1"/>
          </p:nvPr>
        </p:nvSpPr>
        <p:spPr>
          <a:xfrm>
            <a:off x="10585450" y="6904356"/>
            <a:ext cx="8610600" cy="1264919"/>
          </a:xfrm>
          <a:prstGeom prst="rect">
            <a:avLst/>
          </a:prstGeom>
        </p:spPr>
        <p:txBody>
          <a:bodyPr/>
          <a:lstStyle>
            <a:lvl1pPr marL="228600" indent="-228600">
              <a:buFontTx/>
              <a:buNone/>
              <a:defRPr sz="2350" baseline="0">
                <a:solidFill>
                  <a:srgbClr val="262626"/>
                </a:solidFill>
                <a:latin typeface="Sohne-Leicht" panose="020B0603030202060203" pitchFamily="34" charset="77"/>
              </a:defRPr>
            </a:lvl1pPr>
          </a:lstStyle>
          <a:p>
            <a:pPr lvl="0"/>
            <a:r>
              <a:rPr lang="en-US" dirty="0"/>
              <a:t>- Bullet point reference 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- 23.5pt</a:t>
            </a:r>
            <a:endParaRPr lang="en-US" dirty="0"/>
          </a:p>
          <a:p>
            <a:pPr lvl="0"/>
            <a:r>
              <a:rPr lang="en-US" dirty="0"/>
              <a:t>- Remove this text box if not needed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5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12191424" y="665676"/>
            <a:ext cx="7004625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10585726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10953049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11484495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1_Team photos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8"/>
          <p:cNvSpPr>
            <a:spLocks noGrp="1"/>
          </p:cNvSpPr>
          <p:nvPr>
            <p:ph type="body" sz="quarter" idx="18" hasCustomPrompt="1"/>
          </p:nvPr>
        </p:nvSpPr>
        <p:spPr>
          <a:xfrm>
            <a:off x="618597" y="605634"/>
            <a:ext cx="11073354" cy="745819"/>
          </a:xfrm>
          <a:prstGeom prst="rect">
            <a:avLst/>
          </a:prstGeom>
        </p:spPr>
        <p:txBody>
          <a:bodyPr/>
          <a:lstStyle>
            <a:lvl1pPr marL="8890" indent="0">
              <a:lnSpc>
                <a:spcPts val="4600"/>
              </a:lnSpc>
              <a:spcBef>
                <a:spcPts val="600"/>
              </a:spcBef>
              <a:buNone/>
              <a:defRPr sz="4250" b="0" i="0" baseline="0"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Söhne </a:t>
            </a:r>
            <a:r>
              <a:rPr lang="en-US" dirty="0" err="1"/>
              <a:t>Breit</a:t>
            </a:r>
            <a:r>
              <a:rPr lang="en-US" dirty="0"/>
              <a:t> Fett – 42.5pt</a:t>
            </a:r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4032250" y="1997075"/>
            <a:ext cx="2209800" cy="2209800"/>
          </a:xfrm>
          <a:prstGeom prst="ellipse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20"/>
          </p:nvPr>
        </p:nvSpPr>
        <p:spPr>
          <a:xfrm>
            <a:off x="4043363" y="6569075"/>
            <a:ext cx="2198687" cy="2198688"/>
          </a:xfrm>
          <a:prstGeom prst="ellipse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17" name="Picture Placeholder 19"/>
          <p:cNvSpPr>
            <a:spLocks noGrp="1"/>
          </p:cNvSpPr>
          <p:nvPr>
            <p:ph type="pic" sz="quarter" idx="21"/>
          </p:nvPr>
        </p:nvSpPr>
        <p:spPr>
          <a:xfrm>
            <a:off x="8903509" y="1997075"/>
            <a:ext cx="2209800" cy="2209800"/>
          </a:xfrm>
          <a:prstGeom prst="ellipse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8" name="Picture Placeholder 21"/>
          <p:cNvSpPr>
            <a:spLocks noGrp="1"/>
          </p:cNvSpPr>
          <p:nvPr>
            <p:ph type="pic" sz="quarter" idx="22"/>
          </p:nvPr>
        </p:nvSpPr>
        <p:spPr>
          <a:xfrm>
            <a:off x="8914622" y="6569075"/>
            <a:ext cx="2198687" cy="2198688"/>
          </a:xfrm>
          <a:prstGeom prst="ellipse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Picture Placeholder 19"/>
          <p:cNvSpPr>
            <a:spLocks noGrp="1"/>
          </p:cNvSpPr>
          <p:nvPr>
            <p:ph type="pic" sz="quarter" idx="23"/>
          </p:nvPr>
        </p:nvSpPr>
        <p:spPr>
          <a:xfrm>
            <a:off x="13791393" y="1997075"/>
            <a:ext cx="2209800" cy="2209800"/>
          </a:xfrm>
          <a:prstGeom prst="ellipse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21"/>
          <p:cNvSpPr>
            <a:spLocks noGrp="1"/>
          </p:cNvSpPr>
          <p:nvPr>
            <p:ph type="pic" sz="quarter" idx="24"/>
          </p:nvPr>
        </p:nvSpPr>
        <p:spPr>
          <a:xfrm>
            <a:off x="13802506" y="6569075"/>
            <a:ext cx="2198687" cy="2198688"/>
          </a:xfrm>
          <a:prstGeom prst="ellipse">
            <a:avLst/>
          </a:prstGeom>
        </p:spPr>
        <p:txBody>
          <a:bodyPr/>
          <a:lstStyle>
            <a:lvl1pPr algn="ctr">
              <a:buNone/>
              <a:defRPr/>
            </a:lvl1pPr>
          </a:lstStyle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3422650" y="4458915"/>
            <a:ext cx="3346450" cy="328394"/>
          </a:xfrm>
          <a:prstGeom prst="rect">
            <a:avLst/>
          </a:prstGeom>
        </p:spPr>
        <p:txBody>
          <a:bodyPr/>
          <a:lstStyle>
            <a:lvl1pPr algn="ctr">
              <a:buNone/>
              <a:defRPr sz="2350" b="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422650" y="4867476"/>
            <a:ext cx="3346450" cy="1015799"/>
          </a:xfrm>
          <a:prstGeom prst="rect">
            <a:avLst/>
          </a:prstGeom>
        </p:spPr>
        <p:txBody>
          <a:bodyPr/>
          <a:lstStyle>
            <a:lvl1pPr marL="8890" indent="0" algn="ctr">
              <a:lnSpc>
                <a:spcPts val="2200"/>
              </a:lnSpc>
              <a:spcBef>
                <a:spcPts val="0"/>
              </a:spcBef>
              <a:buNone/>
              <a:defRPr sz="20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33" hasCustomPrompt="1"/>
          </p:nvPr>
        </p:nvSpPr>
        <p:spPr>
          <a:xfrm>
            <a:off x="3422650" y="9011459"/>
            <a:ext cx="3346450" cy="328394"/>
          </a:xfrm>
          <a:prstGeom prst="rect">
            <a:avLst/>
          </a:prstGeom>
        </p:spPr>
        <p:txBody>
          <a:bodyPr/>
          <a:lstStyle>
            <a:lvl1pPr algn="ctr">
              <a:buNone/>
              <a:defRPr sz="2350" b="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34" hasCustomPrompt="1"/>
          </p:nvPr>
        </p:nvSpPr>
        <p:spPr>
          <a:xfrm>
            <a:off x="3422650" y="9420020"/>
            <a:ext cx="3346450" cy="1015799"/>
          </a:xfrm>
          <a:prstGeom prst="rect">
            <a:avLst/>
          </a:prstGeom>
        </p:spPr>
        <p:txBody>
          <a:bodyPr/>
          <a:lstStyle>
            <a:lvl1pPr marL="8890" indent="0" algn="ctr">
              <a:lnSpc>
                <a:spcPts val="2200"/>
              </a:lnSpc>
              <a:spcBef>
                <a:spcPts val="0"/>
              </a:spcBef>
              <a:buNone/>
              <a:defRPr sz="20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2" name="Text Placeholder 2"/>
          <p:cNvSpPr>
            <a:spLocks noGrp="1"/>
          </p:cNvSpPr>
          <p:nvPr>
            <p:ph type="body" sz="quarter" idx="35" hasCustomPrompt="1"/>
          </p:nvPr>
        </p:nvSpPr>
        <p:spPr>
          <a:xfrm>
            <a:off x="8305935" y="4458915"/>
            <a:ext cx="3346450" cy="328394"/>
          </a:xfrm>
          <a:prstGeom prst="rect">
            <a:avLst/>
          </a:prstGeom>
        </p:spPr>
        <p:txBody>
          <a:bodyPr/>
          <a:lstStyle>
            <a:lvl1pPr algn="ctr">
              <a:buNone/>
              <a:defRPr sz="2350" b="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3" name="Text Placeholder 2"/>
          <p:cNvSpPr>
            <a:spLocks noGrp="1"/>
          </p:cNvSpPr>
          <p:nvPr>
            <p:ph type="body" sz="quarter" idx="36" hasCustomPrompt="1"/>
          </p:nvPr>
        </p:nvSpPr>
        <p:spPr>
          <a:xfrm>
            <a:off x="8305935" y="4867476"/>
            <a:ext cx="3346450" cy="1015799"/>
          </a:xfrm>
          <a:prstGeom prst="rect">
            <a:avLst/>
          </a:prstGeom>
        </p:spPr>
        <p:txBody>
          <a:bodyPr/>
          <a:lstStyle>
            <a:lvl1pPr marL="8890" indent="0" algn="ctr">
              <a:lnSpc>
                <a:spcPts val="2200"/>
              </a:lnSpc>
              <a:spcBef>
                <a:spcPts val="0"/>
              </a:spcBef>
              <a:buNone/>
              <a:defRPr sz="20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4" name="Text Placeholder 2"/>
          <p:cNvSpPr>
            <a:spLocks noGrp="1"/>
          </p:cNvSpPr>
          <p:nvPr>
            <p:ph type="body" sz="quarter" idx="37" hasCustomPrompt="1"/>
          </p:nvPr>
        </p:nvSpPr>
        <p:spPr>
          <a:xfrm>
            <a:off x="8305935" y="9011459"/>
            <a:ext cx="3346450" cy="328394"/>
          </a:xfrm>
          <a:prstGeom prst="rect">
            <a:avLst/>
          </a:prstGeom>
        </p:spPr>
        <p:txBody>
          <a:bodyPr/>
          <a:lstStyle>
            <a:lvl1pPr algn="ctr">
              <a:buNone/>
              <a:defRPr sz="2350" b="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5" name="Text Placeholder 2"/>
          <p:cNvSpPr>
            <a:spLocks noGrp="1"/>
          </p:cNvSpPr>
          <p:nvPr>
            <p:ph type="body" sz="quarter" idx="38" hasCustomPrompt="1"/>
          </p:nvPr>
        </p:nvSpPr>
        <p:spPr>
          <a:xfrm>
            <a:off x="8305935" y="9420020"/>
            <a:ext cx="3346450" cy="1015799"/>
          </a:xfrm>
          <a:prstGeom prst="rect">
            <a:avLst/>
          </a:prstGeom>
        </p:spPr>
        <p:txBody>
          <a:bodyPr/>
          <a:lstStyle>
            <a:lvl1pPr marL="8890" indent="0" algn="ctr">
              <a:lnSpc>
                <a:spcPts val="2200"/>
              </a:lnSpc>
              <a:spcBef>
                <a:spcPts val="0"/>
              </a:spcBef>
              <a:buNone/>
              <a:defRPr sz="20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6" name="Text Placeholder 2"/>
          <p:cNvSpPr>
            <a:spLocks noGrp="1"/>
          </p:cNvSpPr>
          <p:nvPr>
            <p:ph type="body" sz="quarter" idx="39" hasCustomPrompt="1"/>
          </p:nvPr>
        </p:nvSpPr>
        <p:spPr>
          <a:xfrm>
            <a:off x="13189220" y="4458915"/>
            <a:ext cx="3346450" cy="328394"/>
          </a:xfrm>
          <a:prstGeom prst="rect">
            <a:avLst/>
          </a:prstGeom>
        </p:spPr>
        <p:txBody>
          <a:bodyPr/>
          <a:lstStyle>
            <a:lvl1pPr algn="ctr">
              <a:buNone/>
              <a:defRPr sz="2350" b="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7" name="Text Placeholder 2"/>
          <p:cNvSpPr>
            <a:spLocks noGrp="1"/>
          </p:cNvSpPr>
          <p:nvPr>
            <p:ph type="body" sz="quarter" idx="40" hasCustomPrompt="1"/>
          </p:nvPr>
        </p:nvSpPr>
        <p:spPr>
          <a:xfrm>
            <a:off x="13189220" y="4867476"/>
            <a:ext cx="3346450" cy="1015799"/>
          </a:xfrm>
          <a:prstGeom prst="rect">
            <a:avLst/>
          </a:prstGeom>
        </p:spPr>
        <p:txBody>
          <a:bodyPr/>
          <a:lstStyle>
            <a:lvl1pPr marL="8890" indent="0" algn="ctr">
              <a:lnSpc>
                <a:spcPts val="2200"/>
              </a:lnSpc>
              <a:spcBef>
                <a:spcPts val="0"/>
              </a:spcBef>
              <a:buNone/>
              <a:defRPr sz="20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8" name="Text Placehold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3189220" y="9011459"/>
            <a:ext cx="3346450" cy="328394"/>
          </a:xfrm>
          <a:prstGeom prst="rect">
            <a:avLst/>
          </a:prstGeom>
        </p:spPr>
        <p:txBody>
          <a:bodyPr/>
          <a:lstStyle>
            <a:lvl1pPr algn="ctr">
              <a:buNone/>
              <a:defRPr sz="2350" b="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  <p:sp>
        <p:nvSpPr>
          <p:cNvPr id="49" name="Text Placeholder 2"/>
          <p:cNvSpPr>
            <a:spLocks noGrp="1"/>
          </p:cNvSpPr>
          <p:nvPr>
            <p:ph type="body" sz="quarter" idx="42" hasCustomPrompt="1"/>
          </p:nvPr>
        </p:nvSpPr>
        <p:spPr>
          <a:xfrm>
            <a:off x="13189220" y="9420020"/>
            <a:ext cx="3346450" cy="1015799"/>
          </a:xfrm>
          <a:prstGeom prst="rect">
            <a:avLst/>
          </a:prstGeom>
        </p:spPr>
        <p:txBody>
          <a:bodyPr/>
          <a:lstStyle>
            <a:lvl1pPr marL="8890" indent="0" algn="ctr">
              <a:lnSpc>
                <a:spcPts val="2200"/>
              </a:lnSpc>
              <a:spcBef>
                <a:spcPts val="0"/>
              </a:spcBef>
              <a:buNone/>
              <a:defRPr sz="20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_Category Pink Lef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384723" y="-10062"/>
            <a:ext cx="13719377" cy="1692274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8446352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13675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9345121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0" y="-1"/>
            <a:ext cx="6407401" cy="6797676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-251" y="6797675"/>
            <a:ext cx="640740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6415539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11195050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15462250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84463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84463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670050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10052050" y="505338"/>
            <a:ext cx="7772400" cy="501137"/>
          </a:xfrm>
          <a:prstGeom prst="rect">
            <a:avLst/>
          </a:prstGeom>
        </p:spPr>
        <p:txBody>
          <a:bodyPr/>
          <a:lstStyle>
            <a:lvl1pPr>
              <a:buNone/>
              <a:defRPr sz="3400" b="0" i="0" cap="none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34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_Category Blue Lef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6415539" y="0"/>
            <a:ext cx="13696698" cy="1692274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8446352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13675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9345121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0" y="-1"/>
            <a:ext cx="6407401" cy="6797676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-251" y="6797675"/>
            <a:ext cx="640740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6415539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11195050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15462250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84463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84463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670050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10052050" y="505338"/>
            <a:ext cx="7772400" cy="501137"/>
          </a:xfrm>
          <a:prstGeom prst="rect">
            <a:avLst/>
          </a:prstGeom>
        </p:spPr>
        <p:txBody>
          <a:bodyPr/>
          <a:lstStyle>
            <a:lvl1pPr>
              <a:buNone/>
              <a:defRPr sz="3400" b="0" i="0" cap="none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34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_Category Green Lef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6415539" y="-1"/>
            <a:ext cx="13691464" cy="1692275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35" hasCustomPrompt="1"/>
          </p:nvPr>
        </p:nvSpPr>
        <p:spPr>
          <a:xfrm>
            <a:off x="8446352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18" name="Text Placeholder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13675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19" name="Text Placeholder 23"/>
          <p:cNvSpPr>
            <a:spLocks noGrp="1"/>
          </p:cNvSpPr>
          <p:nvPr>
            <p:ph type="body" sz="quarter" idx="37" hasCustomPrompt="1"/>
          </p:nvPr>
        </p:nvSpPr>
        <p:spPr>
          <a:xfrm>
            <a:off x="9345121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0" y="-1"/>
            <a:ext cx="6407401" cy="6797676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-251" y="6797675"/>
            <a:ext cx="640740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6415539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11195050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15462250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84463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84463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670050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10052050" y="505338"/>
            <a:ext cx="7772400" cy="501137"/>
          </a:xfrm>
          <a:prstGeom prst="rect">
            <a:avLst/>
          </a:prstGeom>
        </p:spPr>
        <p:txBody>
          <a:bodyPr/>
          <a:lstStyle>
            <a:lvl1pPr>
              <a:buNone/>
              <a:defRPr sz="3400" b="0" i="0" cap="none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34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_Category Pink Righ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13688562" y="-1"/>
            <a:ext cx="6407401" cy="6797676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13688562" y="6797675"/>
            <a:ext cx="6415538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8137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4787648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9054848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217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1217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5358612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2127250" y="665676"/>
            <a:ext cx="95250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13_Category Pink Righ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-22679" y="-10062"/>
            <a:ext cx="13719377" cy="1692274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13688562" y="-1"/>
            <a:ext cx="6407401" cy="6797676"/>
          </a:xfrm>
          <a:prstGeom prst="rect">
            <a:avLst/>
          </a:prstGeom>
          <a:solidFill>
            <a:srgbClr val="F3C6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13688562" y="6797675"/>
            <a:ext cx="6415538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8137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4787648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9054848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217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1217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5358612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505338"/>
            <a:ext cx="11027912" cy="501137"/>
          </a:xfrm>
          <a:prstGeom prst="rect">
            <a:avLst/>
          </a:prstGeom>
        </p:spPr>
        <p:txBody>
          <a:bodyPr/>
          <a:lstStyle>
            <a:lvl1pPr>
              <a:buNone/>
              <a:defRPr sz="3400" b="0" i="0" cap="none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34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_Category Blue Righ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13688562" y="-1"/>
            <a:ext cx="6407401" cy="6797676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13688562" y="6797675"/>
            <a:ext cx="6415538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8137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4787648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9054848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217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1217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5358612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2127250" y="665676"/>
            <a:ext cx="95250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13_Category Blue Righ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3696698" cy="1692274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13688562" y="-1"/>
            <a:ext cx="6407401" cy="6797676"/>
          </a:xfrm>
          <a:prstGeom prst="rect">
            <a:avLst/>
          </a:prstGeom>
          <a:solidFill>
            <a:srgbClr val="BAD5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13688562" y="6797675"/>
            <a:ext cx="6415538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8137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4787648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9054848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217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1217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5358612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4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505338"/>
            <a:ext cx="11027912" cy="501137"/>
          </a:xfrm>
          <a:prstGeom prst="rect">
            <a:avLst/>
          </a:prstGeom>
        </p:spPr>
        <p:txBody>
          <a:bodyPr/>
          <a:lstStyle>
            <a:lvl1pPr>
              <a:buNone/>
              <a:defRPr sz="3400" b="0" i="0" cap="none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34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13_Category Green Righ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 userDrawn="1"/>
        </p:nvSpPr>
        <p:spPr>
          <a:xfrm>
            <a:off x="13688562" y="-1"/>
            <a:ext cx="6407401" cy="6797676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13688562" y="6797675"/>
            <a:ext cx="6415538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8137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4787648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9054848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217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1217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5358612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16" name="Text Placeholder 23"/>
          <p:cNvSpPr>
            <a:spLocks noGrp="1"/>
          </p:cNvSpPr>
          <p:nvPr>
            <p:ph type="body" sz="quarter" idx="43" hasCustomPrompt="1"/>
          </p:nvPr>
        </p:nvSpPr>
        <p:spPr>
          <a:xfrm>
            <a:off x="2127250" y="665676"/>
            <a:ext cx="95250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1750" b="0" i="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Söhne Fett – 17.5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13_Category Green Right"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-11039" y="-1"/>
            <a:ext cx="13691464" cy="1692275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13688562" y="-1"/>
            <a:ext cx="6407401" cy="6797676"/>
          </a:xfrm>
          <a:prstGeom prst="rect">
            <a:avLst/>
          </a:prstGeom>
          <a:solidFill>
            <a:srgbClr val="BBD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13688562" y="6797675"/>
            <a:ext cx="6415538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39"/>
          </p:nvPr>
        </p:nvSpPr>
        <p:spPr>
          <a:xfrm>
            <a:off x="8137" y="6797675"/>
            <a:ext cx="4779511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40"/>
          </p:nvPr>
        </p:nvSpPr>
        <p:spPr>
          <a:xfrm>
            <a:off x="4787648" y="6797675"/>
            <a:ext cx="426720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9054848" y="6797675"/>
            <a:ext cx="4641850" cy="45116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3" name="Text Placehold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2121751" y="2444620"/>
            <a:ext cx="9530499" cy="609600"/>
          </a:xfrm>
          <a:prstGeom prst="rect">
            <a:avLst/>
          </a:prstGeom>
        </p:spPr>
        <p:txBody>
          <a:bodyPr/>
          <a:lstStyle>
            <a:lvl1pPr>
              <a:buNone/>
              <a:defRPr sz="4250" b="0" i="0" baseline="0">
                <a:solidFill>
                  <a:srgbClr val="212721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Us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42.5</a:t>
            </a:r>
            <a:endParaRPr lang="en-US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121751" y="3140075"/>
            <a:ext cx="9530499" cy="25908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220"/>
              </a:lnSpc>
              <a:spcBef>
                <a:spcPts val="0"/>
              </a:spcBef>
              <a:buNone/>
              <a:defRPr sz="2350" baseline="0">
                <a:solidFill>
                  <a:srgbClr val="212721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-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23.5pt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 hasCustomPrompt="1"/>
          </p:nvPr>
        </p:nvSpPr>
        <p:spPr>
          <a:xfrm>
            <a:off x="15358612" y="1844675"/>
            <a:ext cx="3200400" cy="3581400"/>
          </a:xfrm>
          <a:prstGeom prst="rect">
            <a:avLst/>
          </a:prstGeom>
        </p:spPr>
        <p:txBody>
          <a:bodyPr/>
          <a:lstStyle>
            <a:lvl1pPr>
              <a:buFontTx/>
              <a:buBlip>
                <a:blip r:embed="rId2"/>
              </a:buBlip>
              <a:defRPr sz="2400" baseline="0">
                <a:solidFill>
                  <a:srgbClr val="262626"/>
                </a:solidFill>
                <a:latin typeface="Söhne Breit Leicht" panose="020B0305030202060203" pitchFamily="34" charset="77"/>
              </a:defRPr>
            </a:lvl1pPr>
          </a:lstStyle>
          <a:p>
            <a:pPr lvl="0"/>
            <a:r>
              <a:rPr lang="en-US" dirty="0"/>
              <a:t>   Click to edit</a:t>
            </a:r>
            <a:endParaRPr lang="en-US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66" hasCustomPrompt="1"/>
          </p:nvPr>
        </p:nvSpPr>
        <p:spPr>
          <a:xfrm>
            <a:off x="597751" y="665676"/>
            <a:ext cx="462699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Us</a:t>
            </a:r>
            <a:endParaRPr lang="en-US" dirty="0"/>
          </a:p>
        </p:txBody>
      </p:sp>
      <p:sp>
        <p:nvSpPr>
          <p:cNvPr id="21" name="Text Placeholder 23"/>
          <p:cNvSpPr>
            <a:spLocks noGrp="1"/>
          </p:cNvSpPr>
          <p:nvPr>
            <p:ph type="body" sz="quarter" idx="23" hasCustomPrompt="1"/>
          </p:nvPr>
        </p:nvSpPr>
        <p:spPr>
          <a:xfrm>
            <a:off x="965074" y="665676"/>
            <a:ext cx="628776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You</a:t>
            </a:r>
            <a:endParaRPr lang="en-US" dirty="0"/>
          </a:p>
        </p:txBody>
      </p:sp>
      <p:sp>
        <p:nvSpPr>
          <p:cNvPr id="22" name="Text Placeholder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41450" y="665676"/>
            <a:ext cx="554530" cy="3407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750" b="0" i="0" cap="none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We</a:t>
            </a:r>
            <a:endParaRPr lang="en-US" dirty="0"/>
          </a:p>
        </p:txBody>
      </p:sp>
      <p:sp>
        <p:nvSpPr>
          <p:cNvPr id="17" name="Text Placeholder 23"/>
          <p:cNvSpPr>
            <a:spLocks noGrp="1"/>
          </p:cNvSpPr>
          <p:nvPr>
            <p:ph type="body" sz="quarter" idx="15" hasCustomPrompt="1"/>
          </p:nvPr>
        </p:nvSpPr>
        <p:spPr>
          <a:xfrm>
            <a:off x="2127250" y="505338"/>
            <a:ext cx="15925800" cy="340799"/>
          </a:xfrm>
          <a:prstGeom prst="rect">
            <a:avLst/>
          </a:prstGeom>
        </p:spPr>
        <p:txBody>
          <a:bodyPr/>
          <a:lstStyle>
            <a:lvl1pPr>
              <a:buNone/>
              <a:defRPr sz="3400" b="0" i="0" cap="none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 err="1"/>
              <a:t>Söhne</a:t>
            </a:r>
            <a:r>
              <a:rPr lang="en-US" dirty="0"/>
              <a:t> </a:t>
            </a:r>
            <a:r>
              <a:rPr lang="en-US" dirty="0" err="1"/>
              <a:t>Breit</a:t>
            </a:r>
            <a:r>
              <a:rPr lang="en-US" dirty="0"/>
              <a:t> Fett – 34 </a:t>
            </a:r>
            <a:r>
              <a:rPr lang="en-US" dirty="0" err="1"/>
              <a:t>pt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ing Sheet_Packag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250" y="625475"/>
            <a:ext cx="1295400" cy="553244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527051" y="10302875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i="0" baseline="0" dirty="0">
                <a:solidFill>
                  <a:srgbClr val="262626"/>
                </a:solidFill>
                <a:latin typeface="Söhne Leicht" panose="020B0303030202060203" pitchFamily="34" charset="77"/>
              </a:rPr>
              <a:t>PACKAGING</a:t>
            </a:r>
            <a:endParaRPr lang="en-US" sz="900" b="1" i="0" baseline="0" dirty="0">
              <a:solidFill>
                <a:srgbClr val="262626"/>
              </a:solidFill>
              <a:latin typeface="Söhne Leicht" panose="020B0303030202060203" pitchFamily="34" charset="77"/>
            </a:endParaRP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27050" y="1937343"/>
            <a:ext cx="9068356" cy="418610"/>
          </a:xfrm>
          <a:prstGeom prst="rect">
            <a:avLst/>
          </a:prstGeom>
        </p:spPr>
        <p:txBody>
          <a:bodyPr/>
          <a:lstStyle>
            <a:lvl1pPr>
              <a:buNone/>
              <a:defRPr sz="36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Product Sohne </a:t>
            </a:r>
            <a:r>
              <a:rPr lang="en-US" dirty="0" err="1"/>
              <a:t>Breit</a:t>
            </a:r>
            <a:r>
              <a:rPr lang="en-US" dirty="0"/>
              <a:t> Fett 36pt</a:t>
            </a:r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527050" y="3067736"/>
            <a:ext cx="9068356" cy="10722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7" name="Picture Placeholder 18"/>
          <p:cNvSpPr>
            <a:spLocks noGrp="1"/>
          </p:cNvSpPr>
          <p:nvPr>
            <p:ph type="pic" sz="quarter" idx="29"/>
          </p:nvPr>
        </p:nvSpPr>
        <p:spPr>
          <a:xfrm>
            <a:off x="10280650" y="0"/>
            <a:ext cx="98234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527050" y="4766259"/>
            <a:ext cx="4495800" cy="26410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527050" y="8027550"/>
            <a:ext cx="4495800" cy="181811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2" name="Picture Placeholder 16"/>
          <p:cNvSpPr>
            <a:spLocks noGrp="1"/>
          </p:cNvSpPr>
          <p:nvPr>
            <p:ph type="pic" sz="quarter" idx="28"/>
          </p:nvPr>
        </p:nvSpPr>
        <p:spPr>
          <a:xfrm>
            <a:off x="5403850" y="8048216"/>
            <a:ext cx="4114800" cy="259628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27050" y="4501036"/>
            <a:ext cx="449580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527050" y="7768471"/>
            <a:ext cx="4495800" cy="2503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322570" y="4766259"/>
            <a:ext cx="4272280" cy="26410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   Sohne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33" hasCustomPrompt="1"/>
          </p:nvPr>
        </p:nvSpPr>
        <p:spPr>
          <a:xfrm>
            <a:off x="5322570" y="4501036"/>
            <a:ext cx="427228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5322570" y="7768472"/>
            <a:ext cx="4272280" cy="2702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35" hasCustomPrompt="1"/>
          </p:nvPr>
        </p:nvSpPr>
        <p:spPr>
          <a:xfrm>
            <a:off x="527050" y="2801281"/>
            <a:ext cx="9067800" cy="2441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38" hasCustomPrompt="1"/>
          </p:nvPr>
        </p:nvSpPr>
        <p:spPr>
          <a:xfrm>
            <a:off x="527050" y="10531475"/>
            <a:ext cx="3303609" cy="23851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Code(s)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03250" y="10531475"/>
            <a:ext cx="4419600" cy="1"/>
          </a:xfrm>
          <a:prstGeom prst="line">
            <a:avLst/>
          </a:prstGeom>
          <a:ln>
            <a:solidFill>
              <a:srgbClr val="262626">
                <a:alpha val="30000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 userDrawn="1"/>
        </p:nvSpPr>
        <p:spPr>
          <a:xfrm>
            <a:off x="3906858" y="10302875"/>
            <a:ext cx="1192191" cy="238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i="0" baseline="0" dirty="0">
                <a:solidFill>
                  <a:srgbClr val="262626"/>
                </a:solidFill>
                <a:latin typeface="Söhne Leicht" panose="020B0303030202060203" pitchFamily="34" charset="77"/>
              </a:rPr>
              <a:t>TOOLING STATUS</a:t>
            </a:r>
            <a:endParaRPr lang="en-US" sz="900" b="1" i="0" baseline="0" dirty="0">
              <a:solidFill>
                <a:srgbClr val="262626"/>
              </a:solidFill>
              <a:latin typeface="Söhne Leicht" panose="020B0303030202060203" pitchFamily="34" charset="77"/>
            </a:endParaRPr>
          </a:p>
        </p:txBody>
      </p:sp>
      <p:sp>
        <p:nvSpPr>
          <p:cNvPr id="27" name="Text Placeholder 9"/>
          <p:cNvSpPr>
            <a:spLocks noGrp="1"/>
          </p:cNvSpPr>
          <p:nvPr>
            <p:ph type="body" sz="quarter" idx="39" hasCustomPrompt="1"/>
          </p:nvPr>
        </p:nvSpPr>
        <p:spPr>
          <a:xfrm>
            <a:off x="3906859" y="10531476"/>
            <a:ext cx="1115992" cy="22855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Status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 Packaging alternativ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27050" y="1937343"/>
            <a:ext cx="9068356" cy="418610"/>
          </a:xfrm>
          <a:prstGeom prst="rect">
            <a:avLst/>
          </a:prstGeom>
        </p:spPr>
        <p:txBody>
          <a:bodyPr/>
          <a:lstStyle>
            <a:lvl1pPr>
              <a:buNone/>
              <a:defRPr sz="36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Product Sohne </a:t>
            </a:r>
            <a:r>
              <a:rPr lang="en-US" dirty="0" err="1"/>
              <a:t>Breit</a:t>
            </a:r>
            <a:r>
              <a:rPr lang="en-US" dirty="0"/>
              <a:t> Fett 36pt</a:t>
            </a:r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527050" y="3067736"/>
            <a:ext cx="9068356" cy="10722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7" name="Picture Placeholder 18"/>
          <p:cNvSpPr>
            <a:spLocks noGrp="1"/>
          </p:cNvSpPr>
          <p:nvPr>
            <p:ph type="pic" sz="quarter" idx="29"/>
          </p:nvPr>
        </p:nvSpPr>
        <p:spPr>
          <a:xfrm>
            <a:off x="10280650" y="0"/>
            <a:ext cx="98234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527050" y="4766259"/>
            <a:ext cx="4495800" cy="20314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527050" y="7420873"/>
            <a:ext cx="4495800" cy="14915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2" name="Picture Placeholder 16"/>
          <p:cNvSpPr>
            <a:spLocks noGrp="1"/>
          </p:cNvSpPr>
          <p:nvPr>
            <p:ph type="pic" sz="quarter" idx="28"/>
          </p:nvPr>
        </p:nvSpPr>
        <p:spPr>
          <a:xfrm>
            <a:off x="5403850" y="7441539"/>
            <a:ext cx="4114800" cy="324233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27050" y="4501036"/>
            <a:ext cx="449580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527050" y="7161794"/>
            <a:ext cx="4495800" cy="2503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322570" y="4766259"/>
            <a:ext cx="4272280" cy="20314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   Sohne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33" hasCustomPrompt="1"/>
          </p:nvPr>
        </p:nvSpPr>
        <p:spPr>
          <a:xfrm>
            <a:off x="5322570" y="4501036"/>
            <a:ext cx="427228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5322570" y="7161795"/>
            <a:ext cx="4272280" cy="2702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35" hasCustomPrompt="1"/>
          </p:nvPr>
        </p:nvSpPr>
        <p:spPr>
          <a:xfrm>
            <a:off x="527050" y="2801281"/>
            <a:ext cx="9067800" cy="2441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527051" y="9298346"/>
            <a:ext cx="914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i="0" baseline="0" dirty="0">
                <a:solidFill>
                  <a:srgbClr val="262626"/>
                </a:solidFill>
                <a:latin typeface="Söhne Leicht" panose="020B0303030202060203" pitchFamily="34" charset="77"/>
              </a:rPr>
              <a:t>PACKAGING</a:t>
            </a:r>
            <a:endParaRPr lang="en-US" sz="900" b="1" i="0" baseline="0" dirty="0">
              <a:solidFill>
                <a:srgbClr val="262626"/>
              </a:solidFill>
              <a:latin typeface="Söhne Leicht" panose="020B0303030202060203" pitchFamily="34" charset="77"/>
            </a:endParaRP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603250" y="9526946"/>
            <a:ext cx="4419600" cy="1"/>
          </a:xfrm>
          <a:prstGeom prst="line">
            <a:avLst/>
          </a:prstGeom>
          <a:ln>
            <a:solidFill>
              <a:srgbClr val="262626">
                <a:alpha val="30000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3906858" y="9298346"/>
            <a:ext cx="1192191" cy="238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i="0" baseline="0" dirty="0">
                <a:solidFill>
                  <a:srgbClr val="262626"/>
                </a:solidFill>
                <a:latin typeface="Söhne Leicht" panose="020B0303030202060203" pitchFamily="34" charset="77"/>
              </a:rPr>
              <a:t>TOOLING STATUS</a:t>
            </a:r>
            <a:endParaRPr lang="en-US" sz="900" b="1" i="0" baseline="0" dirty="0">
              <a:solidFill>
                <a:srgbClr val="262626"/>
              </a:solidFill>
              <a:latin typeface="Söhne Leicht" panose="020B0303030202060203" pitchFamily="34" charset="77"/>
            </a:endParaRP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38" hasCustomPrompt="1"/>
          </p:nvPr>
        </p:nvSpPr>
        <p:spPr>
          <a:xfrm>
            <a:off x="527050" y="9574096"/>
            <a:ext cx="3303609" cy="113647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Code(s)</a:t>
            </a:r>
            <a:endParaRPr lang="en-US" dirty="0"/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39" hasCustomPrompt="1"/>
          </p:nvPr>
        </p:nvSpPr>
        <p:spPr>
          <a:xfrm>
            <a:off x="3906859" y="9574095"/>
            <a:ext cx="1115992" cy="11364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Status</a:t>
            </a:r>
            <a:endParaRPr lang="en-US" dirty="0"/>
          </a:p>
        </p:txBody>
      </p:sp>
      <p:pic>
        <p:nvPicPr>
          <p:cNvPr id="20" name="Graphic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250" y="625475"/>
            <a:ext cx="1295400" cy="5532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 Packaging alternativ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27050" y="1937343"/>
            <a:ext cx="9068356" cy="418610"/>
          </a:xfrm>
          <a:prstGeom prst="rect">
            <a:avLst/>
          </a:prstGeom>
        </p:spPr>
        <p:txBody>
          <a:bodyPr/>
          <a:lstStyle>
            <a:lvl1pPr>
              <a:buNone/>
              <a:defRPr sz="36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Product Sohne </a:t>
            </a:r>
            <a:r>
              <a:rPr lang="en-US" dirty="0" err="1"/>
              <a:t>Breit</a:t>
            </a:r>
            <a:r>
              <a:rPr lang="en-US" dirty="0"/>
              <a:t> Fett 36pt</a:t>
            </a:r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527050" y="3067736"/>
            <a:ext cx="9068356" cy="10722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7" name="Picture Placeholder 18"/>
          <p:cNvSpPr>
            <a:spLocks noGrp="1"/>
          </p:cNvSpPr>
          <p:nvPr>
            <p:ph type="pic" sz="quarter" idx="29"/>
          </p:nvPr>
        </p:nvSpPr>
        <p:spPr>
          <a:xfrm>
            <a:off x="10280650" y="0"/>
            <a:ext cx="98234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527050" y="4766259"/>
            <a:ext cx="4495800" cy="20314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527050" y="7420873"/>
            <a:ext cx="4495800" cy="14915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2" name="Picture Placeholder 16"/>
          <p:cNvSpPr>
            <a:spLocks noGrp="1"/>
          </p:cNvSpPr>
          <p:nvPr>
            <p:ph type="pic" sz="quarter" idx="28"/>
          </p:nvPr>
        </p:nvSpPr>
        <p:spPr>
          <a:xfrm>
            <a:off x="5403850" y="7441539"/>
            <a:ext cx="4114800" cy="324233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27050" y="4501036"/>
            <a:ext cx="449580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527050" y="7161794"/>
            <a:ext cx="4495800" cy="2503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322570" y="4766259"/>
            <a:ext cx="4272280" cy="20314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   Sohne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33" hasCustomPrompt="1"/>
          </p:nvPr>
        </p:nvSpPr>
        <p:spPr>
          <a:xfrm>
            <a:off x="5322570" y="4501036"/>
            <a:ext cx="427228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5322570" y="7161795"/>
            <a:ext cx="4272280" cy="2702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35" hasCustomPrompt="1"/>
          </p:nvPr>
        </p:nvSpPr>
        <p:spPr>
          <a:xfrm>
            <a:off x="527050" y="2801281"/>
            <a:ext cx="9067800" cy="24416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pic>
        <p:nvPicPr>
          <p:cNvPr id="16" name="Graphic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250" y="625475"/>
            <a:ext cx="1295400" cy="5532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ing Sheet_Formu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527050" y="1937343"/>
            <a:ext cx="9068356" cy="418610"/>
          </a:xfrm>
          <a:prstGeom prst="rect">
            <a:avLst/>
          </a:prstGeom>
        </p:spPr>
        <p:txBody>
          <a:bodyPr/>
          <a:lstStyle>
            <a:lvl1pPr>
              <a:buNone/>
              <a:defRPr sz="3600" baseline="0">
                <a:solidFill>
                  <a:srgbClr val="262626"/>
                </a:solidFill>
                <a:latin typeface="Söhne Breit Fett" panose="020B0305030202060203" pitchFamily="34" charset="77"/>
              </a:defRPr>
            </a:lvl1pPr>
          </a:lstStyle>
          <a:p>
            <a:pPr lvl="0"/>
            <a:r>
              <a:rPr lang="en-US" dirty="0"/>
              <a:t>Product Sohne </a:t>
            </a:r>
            <a:r>
              <a:rPr lang="en-US" dirty="0" err="1"/>
              <a:t>Breit</a:t>
            </a:r>
            <a:r>
              <a:rPr lang="en-US" dirty="0"/>
              <a:t> Fett 36pt</a:t>
            </a:r>
            <a:endParaRPr lang="en-US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527050" y="3067736"/>
            <a:ext cx="9068356" cy="107224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7" name="Picture Placeholder 18"/>
          <p:cNvSpPr>
            <a:spLocks noGrp="1"/>
          </p:cNvSpPr>
          <p:nvPr>
            <p:ph type="pic" sz="quarter" idx="29"/>
          </p:nvPr>
        </p:nvSpPr>
        <p:spPr>
          <a:xfrm>
            <a:off x="10280650" y="0"/>
            <a:ext cx="9823450" cy="113093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527050" y="4501036"/>
            <a:ext cx="449580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33" hasCustomPrompt="1"/>
          </p:nvPr>
        </p:nvSpPr>
        <p:spPr>
          <a:xfrm>
            <a:off x="5322570" y="4501036"/>
            <a:ext cx="427228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35" hasCustomPrompt="1"/>
          </p:nvPr>
        </p:nvSpPr>
        <p:spPr>
          <a:xfrm>
            <a:off x="527050" y="2801281"/>
            <a:ext cx="9067800" cy="2404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37" hasCustomPrompt="1"/>
          </p:nvPr>
        </p:nvSpPr>
        <p:spPr>
          <a:xfrm>
            <a:off x="5317259" y="7930737"/>
            <a:ext cx="4272280" cy="2392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800"/>
              </a:lnSpc>
              <a:spcBef>
                <a:spcPts val="0"/>
              </a:spcBef>
              <a:buNone/>
              <a:defRPr sz="14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Fett  14pt font  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25" hasCustomPrompt="1"/>
          </p:nvPr>
        </p:nvSpPr>
        <p:spPr>
          <a:xfrm>
            <a:off x="527050" y="4766259"/>
            <a:ext cx="4495800" cy="406669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Body copy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5322570" y="4766259"/>
            <a:ext cx="4272280" cy="279341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Sohne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36" hasCustomPrompt="1"/>
          </p:nvPr>
        </p:nvSpPr>
        <p:spPr>
          <a:xfrm>
            <a:off x="5317259" y="8189816"/>
            <a:ext cx="4272280" cy="165585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9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   Sohne </a:t>
            </a:r>
            <a:r>
              <a:rPr lang="en-US" dirty="0" err="1"/>
              <a:t>leicht</a:t>
            </a:r>
            <a:r>
              <a:rPr lang="en-US" dirty="0"/>
              <a:t> 14pt font  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27051" y="10302875"/>
            <a:ext cx="13957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i="0" baseline="0" dirty="0">
                <a:solidFill>
                  <a:srgbClr val="262626"/>
                </a:solidFill>
                <a:latin typeface="Söhne Leicht" panose="020B0303030202060203" pitchFamily="34" charset="77"/>
              </a:rPr>
              <a:t>COUNTRY OF ORIGIN</a:t>
            </a:r>
            <a:endParaRPr lang="en-US" sz="900" b="1" i="0" baseline="0" dirty="0">
              <a:solidFill>
                <a:srgbClr val="262626"/>
              </a:solidFill>
              <a:latin typeface="Söhne Leicht" panose="020B0303030202060203" pitchFamily="34" charset="77"/>
            </a:endParaRP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39" hasCustomPrompt="1"/>
          </p:nvPr>
        </p:nvSpPr>
        <p:spPr>
          <a:xfrm>
            <a:off x="527051" y="10531476"/>
            <a:ext cx="1240174" cy="228600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C.O.O</a:t>
            </a:r>
            <a:endParaRPr lang="en-US" dirty="0"/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40" hasCustomPrompt="1"/>
          </p:nvPr>
        </p:nvSpPr>
        <p:spPr>
          <a:xfrm>
            <a:off x="2032060" y="10531477"/>
            <a:ext cx="1107896" cy="22853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TYPE</a:t>
            </a:r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603250" y="10531475"/>
            <a:ext cx="8991600" cy="0"/>
          </a:xfrm>
          <a:prstGeom prst="line">
            <a:avLst/>
          </a:prstGeom>
          <a:ln>
            <a:solidFill>
              <a:srgbClr val="262626">
                <a:alpha val="30000"/>
              </a:srgb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2030076" y="10302875"/>
            <a:ext cx="11428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i="0" baseline="0" dirty="0">
                <a:solidFill>
                  <a:srgbClr val="262626"/>
                </a:solidFill>
                <a:latin typeface="Söhne Leicht" panose="020B0303030202060203" pitchFamily="34" charset="77"/>
              </a:rPr>
              <a:t>FORMULA TYPE</a:t>
            </a:r>
            <a:endParaRPr lang="en-US" sz="900" b="1" i="0" baseline="0" dirty="0">
              <a:solidFill>
                <a:srgbClr val="262626"/>
              </a:solidFill>
              <a:latin typeface="Söhne Leicht" panose="020B0303030202060203" pitchFamily="34" charset="77"/>
            </a:endParaRP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41" hasCustomPrompt="1"/>
          </p:nvPr>
        </p:nvSpPr>
        <p:spPr>
          <a:xfrm>
            <a:off x="4679310" y="10531476"/>
            <a:ext cx="1266267" cy="22859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COPY</a:t>
            </a:r>
            <a:endParaRPr lang="en-US" dirty="0"/>
          </a:p>
        </p:txBody>
      </p:sp>
      <p:sp>
        <p:nvSpPr>
          <p:cNvPr id="29" name="Text Placeholder 9"/>
          <p:cNvSpPr>
            <a:spLocks noGrp="1"/>
          </p:cNvSpPr>
          <p:nvPr>
            <p:ph type="body" sz="quarter" idx="43" hasCustomPrompt="1"/>
          </p:nvPr>
        </p:nvSpPr>
        <p:spPr>
          <a:xfrm>
            <a:off x="3278419" y="10531477"/>
            <a:ext cx="1266268" cy="22853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FORM</a:t>
            </a:r>
            <a:endParaRPr lang="en-US" dirty="0"/>
          </a:p>
        </p:txBody>
      </p:sp>
      <p:sp>
        <p:nvSpPr>
          <p:cNvPr id="30" name="TextBox 29"/>
          <p:cNvSpPr txBox="1"/>
          <p:nvPr userDrawn="1"/>
        </p:nvSpPr>
        <p:spPr>
          <a:xfrm>
            <a:off x="3276436" y="10302875"/>
            <a:ext cx="1266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i="0" baseline="0" dirty="0">
                <a:solidFill>
                  <a:srgbClr val="262626"/>
                </a:solidFill>
                <a:latin typeface="Söhne Leicht" panose="020B0303030202060203" pitchFamily="34" charset="77"/>
              </a:rPr>
              <a:t>PHYSICAL FORM</a:t>
            </a:r>
            <a:endParaRPr lang="en-US" sz="900" b="1" i="0" baseline="0" dirty="0">
              <a:solidFill>
                <a:srgbClr val="262626"/>
              </a:solidFill>
              <a:latin typeface="Söhne Leicht" panose="020B0303030202060203" pitchFamily="34" charset="77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4" hasCustomPrompt="1"/>
          </p:nvPr>
        </p:nvSpPr>
        <p:spPr>
          <a:xfrm>
            <a:off x="4680158" y="10300645"/>
            <a:ext cx="1265419" cy="1602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 i="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CALLOUT</a:t>
            </a:r>
            <a:endParaRPr lang="en-US" dirty="0"/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45" hasCustomPrompt="1"/>
          </p:nvPr>
        </p:nvSpPr>
        <p:spPr>
          <a:xfrm>
            <a:off x="6084041" y="10531476"/>
            <a:ext cx="1266267" cy="22859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COPY</a:t>
            </a:r>
            <a:endParaRPr lang="en-US" dirty="0"/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46" hasCustomPrompt="1"/>
          </p:nvPr>
        </p:nvSpPr>
        <p:spPr>
          <a:xfrm>
            <a:off x="6084889" y="10300645"/>
            <a:ext cx="1265419" cy="1602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 i="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CALLOUT</a:t>
            </a:r>
            <a:endParaRPr lang="en-US" dirty="0"/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47" hasCustomPrompt="1"/>
          </p:nvPr>
        </p:nvSpPr>
        <p:spPr>
          <a:xfrm>
            <a:off x="7508650" y="10531476"/>
            <a:ext cx="1266267" cy="22859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90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sz="900" cap="all" baseline="0" dirty="0">
                <a:solidFill>
                  <a:srgbClr val="262626"/>
                </a:solidFill>
              </a:rPr>
              <a:t>COPY</a:t>
            </a:r>
            <a:endParaRPr lang="en-US" dirty="0"/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48" hasCustomPrompt="1"/>
          </p:nvPr>
        </p:nvSpPr>
        <p:spPr>
          <a:xfrm>
            <a:off x="7509498" y="10300645"/>
            <a:ext cx="1265419" cy="1602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 i="0" cap="all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CALLOUT</a:t>
            </a:r>
            <a:endParaRPr lang="en-US" dirty="0"/>
          </a:p>
        </p:txBody>
      </p:sp>
      <p:pic>
        <p:nvPicPr>
          <p:cNvPr id="26" name="Graphic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250" y="625475"/>
            <a:ext cx="1295400" cy="5532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Rendering Templa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4"/>
          <p:cNvSpPr txBox="1"/>
          <p:nvPr userDrawn="1"/>
        </p:nvSpPr>
        <p:spPr>
          <a:xfrm>
            <a:off x="17581977" y="10497932"/>
            <a:ext cx="2072005" cy="14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00"/>
              </a:spcBef>
            </a:pPr>
            <a:endParaRPr lang="en-US" sz="750" dirty="0">
              <a:solidFill>
                <a:srgbClr val="262626"/>
              </a:solidFill>
              <a:latin typeface="Sohne-Leicht"/>
              <a:cs typeface="Sohne-Leicht"/>
            </a:endParaRPr>
          </a:p>
        </p:txBody>
      </p:sp>
      <p:sp>
        <p:nvSpPr>
          <p:cNvPr id="15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1" y="0"/>
            <a:ext cx="17138650" cy="113093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object 3"/>
          <p:cNvSpPr txBox="1"/>
          <p:nvPr userDrawn="1"/>
        </p:nvSpPr>
        <p:spPr>
          <a:xfrm>
            <a:off x="17518379" y="8800116"/>
            <a:ext cx="1239520" cy="144970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00" b="1" dirty="0">
                <a:solidFill>
                  <a:srgbClr val="262626"/>
                </a:solidFill>
                <a:latin typeface="Söhne"/>
                <a:cs typeface="Söhne"/>
              </a:rPr>
              <a:t>DATE</a:t>
            </a:r>
            <a:endParaRPr sz="900" dirty="0">
              <a:latin typeface="Söhne"/>
              <a:cs typeface="Söhn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endParaRPr sz="900" dirty="0">
              <a:latin typeface="Sohne-Leicht"/>
              <a:cs typeface="Sohne-Leic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 dirty="0">
              <a:latin typeface="Sohne-Leicht"/>
              <a:cs typeface="Sohne-Leicht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262626"/>
                </a:solidFill>
                <a:latin typeface="Söhne"/>
                <a:cs typeface="Söhne"/>
              </a:rPr>
              <a:t>RECIPIENT COMPANY</a:t>
            </a:r>
            <a:endParaRPr sz="900" dirty="0">
              <a:latin typeface="Söhne"/>
              <a:cs typeface="Söhn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endParaRPr sz="900" dirty="0">
              <a:latin typeface="Sohne-Leicht"/>
              <a:cs typeface="Sohne-Leic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 dirty="0">
              <a:latin typeface="Sohne-Leicht"/>
              <a:cs typeface="Sohne-Leicht"/>
            </a:endParaRPr>
          </a:p>
          <a:p>
            <a:pPr marL="12700">
              <a:lnSpc>
                <a:spcPct val="100000"/>
              </a:lnSpc>
            </a:pPr>
            <a:r>
              <a:rPr sz="900" b="1" dirty="0">
                <a:solidFill>
                  <a:srgbClr val="262626"/>
                </a:solidFill>
                <a:latin typeface="Söhne"/>
                <a:cs typeface="Söhne"/>
              </a:rPr>
              <a:t>DESIGNER</a:t>
            </a:r>
            <a:endParaRPr sz="900" dirty="0">
              <a:latin typeface="Söhne"/>
              <a:cs typeface="Söhn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endParaRPr sz="900" dirty="0">
              <a:latin typeface="Sohne-Leicht"/>
              <a:cs typeface="Sohne-Leich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7443450" y="10455275"/>
            <a:ext cx="2146935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>
              <a:lnSpc>
                <a:spcPct val="127000"/>
              </a:lnSpc>
              <a:spcBef>
                <a:spcPts val="0"/>
              </a:spcBef>
            </a:pPr>
            <a:r>
              <a:rPr lang="en-US" sz="750" b="0" i="0" kern="1200" dirty="0">
                <a:solidFill>
                  <a:schemeClr val="tx1"/>
                </a:solidFill>
                <a:effectLst/>
                <a:latin typeface="Söhne Leicht" panose="020B0303030202060203" pitchFamily="34" charset="77"/>
                <a:ea typeface="+mn-ea"/>
                <a:cs typeface="+mn-cs"/>
              </a:rPr>
              <a:t>Confidential and proprietary information owned by World Wide Packaging, LLC. Unauthorized use or disclosure prohibited.</a:t>
            </a:r>
            <a:endParaRPr lang="en-US" sz="750" b="0" i="0" kern="1200" dirty="0">
              <a:solidFill>
                <a:schemeClr val="tx1"/>
              </a:solidFill>
              <a:effectLst/>
              <a:latin typeface="Söhne Leicht" panose="020B0303030202060203" pitchFamily="34" charset="77"/>
              <a:ea typeface="+mn-ea"/>
              <a:cs typeface="+mn-cs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17443450" y="8997057"/>
            <a:ext cx="2210532" cy="31361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9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 err="1"/>
              <a:t>Month.Day.Year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17443450" y="9531260"/>
            <a:ext cx="2210532" cy="31361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9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Recipient Company</a:t>
            </a:r>
            <a:endParaRPr lang="en-US" dirty="0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17443450" y="10065462"/>
            <a:ext cx="2210532" cy="31361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9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Designer(s)</a:t>
            </a:r>
            <a:endParaRPr lang="en-US" dirty="0"/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7443450" y="1471560"/>
            <a:ext cx="2210532" cy="6841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11pt</a:t>
            </a:r>
            <a:endParaRPr lang="en-US" dirty="0"/>
          </a:p>
          <a:p>
            <a:pPr lvl="0"/>
            <a:r>
              <a:rPr lang="en-US" dirty="0"/>
              <a:t>Title Sohne </a:t>
            </a:r>
            <a:r>
              <a:rPr lang="en-US" dirty="0" err="1"/>
              <a:t>fett</a:t>
            </a:r>
            <a:r>
              <a:rPr lang="en-US" dirty="0"/>
              <a:t> 11pt </a:t>
            </a:r>
            <a:endParaRPr lang="en-US" dirty="0"/>
          </a:p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11pt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17443450" y="4702856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17443450" y="2231905"/>
            <a:ext cx="2210532" cy="2250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lang="en-US" sz="1100" b="0" i="0" u="none" strike="noStrike" baseline="0" smtClean="0">
                <a:solidFill>
                  <a:srgbClr val="262626"/>
                </a:solidFill>
                <a:effectLst/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17443450" y="4914304"/>
            <a:ext cx="2210532" cy="2189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17443450" y="5351644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17443450" y="5563092"/>
            <a:ext cx="2210532" cy="2189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17443450" y="5986244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17443450" y="6197692"/>
            <a:ext cx="2210532" cy="6761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23" name="Graphic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3450" y="396875"/>
            <a:ext cx="1295400" cy="5532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Rendering Template - no bottom sec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4"/>
          <p:cNvSpPr txBox="1"/>
          <p:nvPr userDrawn="1"/>
        </p:nvSpPr>
        <p:spPr>
          <a:xfrm>
            <a:off x="17581977" y="10497932"/>
            <a:ext cx="2072005" cy="149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000"/>
              </a:lnSpc>
              <a:spcBef>
                <a:spcPts val="100"/>
              </a:spcBef>
            </a:pPr>
            <a:endParaRPr lang="en-US" sz="750" dirty="0">
              <a:solidFill>
                <a:srgbClr val="262626"/>
              </a:solidFill>
              <a:latin typeface="Sohne-Leicht"/>
              <a:cs typeface="Sohne-Leicht"/>
            </a:endParaRPr>
          </a:p>
        </p:txBody>
      </p:sp>
      <p:sp>
        <p:nvSpPr>
          <p:cNvPr id="15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1" y="0"/>
            <a:ext cx="17138650" cy="113093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7443450" y="10455275"/>
            <a:ext cx="2146935" cy="520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>
              <a:lnSpc>
                <a:spcPct val="127000"/>
              </a:lnSpc>
              <a:spcBef>
                <a:spcPts val="0"/>
              </a:spcBef>
            </a:pPr>
            <a:r>
              <a:rPr lang="en-US" sz="750" b="0" i="0" kern="1200" dirty="0">
                <a:solidFill>
                  <a:schemeClr val="tx1"/>
                </a:solidFill>
                <a:effectLst/>
                <a:latin typeface="Söhne Leicht" panose="020B0303030202060203" pitchFamily="34" charset="77"/>
                <a:ea typeface="+mn-ea"/>
                <a:cs typeface="+mn-cs"/>
              </a:rPr>
              <a:t>Confidential and proprietary information owned by World Wide Packaging, LLC. Unauthorized use or disclosure prohibited.</a:t>
            </a:r>
            <a:endParaRPr lang="en-US" sz="750" b="0" i="0" kern="1200" dirty="0">
              <a:solidFill>
                <a:schemeClr val="tx1"/>
              </a:solidFill>
              <a:effectLst/>
              <a:latin typeface="Söhne Leicht" panose="020B0303030202060203" pitchFamily="34" charset="77"/>
              <a:ea typeface="+mn-ea"/>
              <a:cs typeface="+mn-cs"/>
            </a:endParaRP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17443450" y="1471560"/>
            <a:ext cx="2210532" cy="6841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11pt</a:t>
            </a:r>
            <a:endParaRPr lang="en-US" dirty="0"/>
          </a:p>
          <a:p>
            <a:pPr lvl="0"/>
            <a:r>
              <a:rPr lang="en-US" dirty="0"/>
              <a:t>Title Sohne </a:t>
            </a:r>
            <a:r>
              <a:rPr lang="en-US" dirty="0" err="1"/>
              <a:t>fett</a:t>
            </a:r>
            <a:r>
              <a:rPr lang="en-US" dirty="0"/>
              <a:t> 11pt </a:t>
            </a:r>
            <a:endParaRPr lang="en-US" dirty="0"/>
          </a:p>
          <a:p>
            <a:pPr lvl="0"/>
            <a:r>
              <a:rPr lang="en-US" dirty="0"/>
              <a:t>Title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fett</a:t>
            </a:r>
            <a:r>
              <a:rPr lang="en-US" dirty="0"/>
              <a:t> 11pt</a:t>
            </a:r>
            <a:endParaRPr lang="en-US" dirty="0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17443450" y="4702856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17443450" y="2231905"/>
            <a:ext cx="2210532" cy="2250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lang="en-US" sz="1100" b="0" i="0" u="none" strike="noStrike" baseline="0" smtClean="0">
                <a:solidFill>
                  <a:srgbClr val="262626"/>
                </a:solidFill>
                <a:effectLst/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17443450" y="4914304"/>
            <a:ext cx="2210532" cy="2189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17443450" y="5351644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17443450" y="5563092"/>
            <a:ext cx="2210532" cy="2189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17443450" y="5986244"/>
            <a:ext cx="2210532" cy="21144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cap="all" baseline="0">
                <a:solidFill>
                  <a:srgbClr val="262626"/>
                </a:solidFill>
                <a:latin typeface="Söhne Fett" panose="020B0603030202060203" pitchFamily="34" charset="77"/>
              </a:defRPr>
            </a:lvl1pPr>
          </a:lstStyle>
          <a:p>
            <a:pPr lvl="0"/>
            <a:r>
              <a:rPr lang="en-US" dirty="0"/>
              <a:t>Title Sohne Fett 11pt</a:t>
            </a:r>
            <a:endParaRPr lang="en-US" dirty="0"/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17443450" y="6197692"/>
            <a:ext cx="2210532" cy="6761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360"/>
              </a:lnSpc>
              <a:spcBef>
                <a:spcPts val="0"/>
              </a:spcBef>
              <a:buNone/>
              <a:defRPr sz="1100" baseline="0">
                <a:solidFill>
                  <a:srgbClr val="262626"/>
                </a:solidFill>
                <a:latin typeface="Söhne Leicht" panose="020B0303030202060203" pitchFamily="34" charset="77"/>
              </a:defRPr>
            </a:lvl1pPr>
          </a:lstStyle>
          <a:p>
            <a:pPr lvl="0"/>
            <a:r>
              <a:rPr lang="en-US" dirty="0"/>
              <a:t>Content </a:t>
            </a:r>
            <a:r>
              <a:rPr lang="en-US" dirty="0" err="1"/>
              <a:t>sohne</a:t>
            </a:r>
            <a:r>
              <a:rPr lang="en-US" dirty="0"/>
              <a:t> </a:t>
            </a:r>
            <a:r>
              <a:rPr lang="en-US" dirty="0" err="1"/>
              <a:t>leicht</a:t>
            </a:r>
            <a:r>
              <a:rPr lang="en-US" dirty="0"/>
              <a:t> 11pt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14" name="Graphic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3450" y="396875"/>
            <a:ext cx="1295400" cy="55324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5" Type="http://schemas.openxmlformats.org/officeDocument/2006/relationships/theme" Target="../theme/theme1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8" Type="http://schemas.openxmlformats.org/officeDocument/2006/relationships/theme" Target="../theme/theme2.xml"/><Relationship Id="rId67" Type="http://schemas.openxmlformats.org/officeDocument/2006/relationships/slideLayout" Target="../slideLayouts/slideLayout101.xml"/><Relationship Id="rId66" Type="http://schemas.openxmlformats.org/officeDocument/2006/relationships/slideLayout" Target="../slideLayouts/slideLayout100.xml"/><Relationship Id="rId65" Type="http://schemas.openxmlformats.org/officeDocument/2006/relationships/slideLayout" Target="../slideLayouts/slideLayout99.xml"/><Relationship Id="rId64" Type="http://schemas.openxmlformats.org/officeDocument/2006/relationships/slideLayout" Target="../slideLayouts/slideLayout98.xml"/><Relationship Id="rId63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96.xml"/><Relationship Id="rId61" Type="http://schemas.openxmlformats.org/officeDocument/2006/relationships/slideLayout" Target="../slideLayouts/slideLayout95.xml"/><Relationship Id="rId60" Type="http://schemas.openxmlformats.org/officeDocument/2006/relationships/slideLayout" Target="../slideLayouts/slideLayout94.xml"/><Relationship Id="rId6" Type="http://schemas.openxmlformats.org/officeDocument/2006/relationships/slideLayout" Target="../slideLayouts/slideLayout40.xml"/><Relationship Id="rId59" Type="http://schemas.openxmlformats.org/officeDocument/2006/relationships/slideLayout" Target="../slideLayouts/slideLayout93.xml"/><Relationship Id="rId58" Type="http://schemas.openxmlformats.org/officeDocument/2006/relationships/slideLayout" Target="../slideLayouts/slideLayout92.xml"/><Relationship Id="rId57" Type="http://schemas.openxmlformats.org/officeDocument/2006/relationships/slideLayout" Target="../slideLayouts/slideLayout91.xml"/><Relationship Id="rId56" Type="http://schemas.openxmlformats.org/officeDocument/2006/relationships/slideLayout" Target="../slideLayouts/slideLayout90.xml"/><Relationship Id="rId55" Type="http://schemas.openxmlformats.org/officeDocument/2006/relationships/slideLayout" Target="../slideLayouts/slideLayout89.xml"/><Relationship Id="rId54" Type="http://schemas.openxmlformats.org/officeDocument/2006/relationships/slideLayout" Target="../slideLayouts/slideLayout88.xml"/><Relationship Id="rId53" Type="http://schemas.openxmlformats.org/officeDocument/2006/relationships/slideLayout" Target="../slideLayouts/slideLayout87.xml"/><Relationship Id="rId52" Type="http://schemas.openxmlformats.org/officeDocument/2006/relationships/slideLayout" Target="../slideLayouts/slideLayout86.xml"/><Relationship Id="rId51" Type="http://schemas.openxmlformats.org/officeDocument/2006/relationships/slideLayout" Target="../slideLayouts/slideLayout85.xml"/><Relationship Id="rId50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83.xml"/><Relationship Id="rId48" Type="http://schemas.openxmlformats.org/officeDocument/2006/relationships/slideLayout" Target="../slideLayouts/slideLayout82.xml"/><Relationship Id="rId47" Type="http://schemas.openxmlformats.org/officeDocument/2006/relationships/slideLayout" Target="../slideLayouts/slideLayout81.xml"/><Relationship Id="rId46" Type="http://schemas.openxmlformats.org/officeDocument/2006/relationships/slideLayout" Target="../slideLayouts/slideLayout80.xml"/><Relationship Id="rId45" Type="http://schemas.openxmlformats.org/officeDocument/2006/relationships/slideLayout" Target="../slideLayouts/slideLayout79.xml"/><Relationship Id="rId44" Type="http://schemas.openxmlformats.org/officeDocument/2006/relationships/slideLayout" Target="../slideLayouts/slideLayout78.xml"/><Relationship Id="rId43" Type="http://schemas.openxmlformats.org/officeDocument/2006/relationships/slideLayout" Target="../slideLayouts/slideLayout77.xml"/><Relationship Id="rId42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75.xml"/><Relationship Id="rId4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1.xml"/><Relationship Id="rId36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69.xml"/><Relationship Id="rId34" Type="http://schemas.openxmlformats.org/officeDocument/2006/relationships/slideLayout" Target="../slideLayouts/slideLayout68.xml"/><Relationship Id="rId33" Type="http://schemas.openxmlformats.org/officeDocument/2006/relationships/slideLayout" Target="../slideLayouts/slideLayout67.xml"/><Relationship Id="rId32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4.xml"/><Relationship Id="rId3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1.xml"/><Relationship Id="rId26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57.xml"/><Relationship Id="rId22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5" Type="http://schemas.openxmlformats.org/officeDocument/2006/relationships/theme" Target="../theme/theme3.xml"/><Relationship Id="rId34" Type="http://schemas.openxmlformats.org/officeDocument/2006/relationships/slideLayout" Target="../slideLayouts/slideLayout135.xml"/><Relationship Id="rId33" Type="http://schemas.openxmlformats.org/officeDocument/2006/relationships/slideLayout" Target="../slideLayouts/slideLayout134.xml"/><Relationship Id="rId32" Type="http://schemas.openxmlformats.org/officeDocument/2006/relationships/slideLayout" Target="../slideLayouts/slideLayout133.xml"/><Relationship Id="rId31" Type="http://schemas.openxmlformats.org/officeDocument/2006/relationships/slideLayout" Target="../slideLayouts/slideLayout132.xml"/><Relationship Id="rId30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04.xml"/><Relationship Id="rId29" Type="http://schemas.openxmlformats.org/officeDocument/2006/relationships/slideLayout" Target="../slideLayouts/slideLayout130.xml"/><Relationship Id="rId28" Type="http://schemas.openxmlformats.org/officeDocument/2006/relationships/slideLayout" Target="../slideLayouts/slideLayout129.xml"/><Relationship Id="rId27" Type="http://schemas.openxmlformats.org/officeDocument/2006/relationships/slideLayout" Target="../slideLayouts/slideLayout128.xml"/><Relationship Id="rId26" Type="http://schemas.openxmlformats.org/officeDocument/2006/relationships/slideLayout" Target="../slideLayouts/slideLayout127.xml"/><Relationship Id="rId25" Type="http://schemas.openxmlformats.org/officeDocument/2006/relationships/slideLayout" Target="../slideLayouts/slideLayout126.xml"/><Relationship Id="rId24" Type="http://schemas.openxmlformats.org/officeDocument/2006/relationships/slideLayout" Target="../slideLayouts/slideLayout125.xml"/><Relationship Id="rId2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4.xml.rels><?xml version="1.0" encoding="UTF-8" standalone="yes"?>
<Relationships xmlns="http://schemas.openxmlformats.org/package/2006/relationships"><Relationship Id="rId7" Type="http://schemas.openxmlformats.org/officeDocument/2006/relationships/theme" Target="../theme/theme4.xml"/><Relationship Id="rId6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sldNum="0" hdr="0" ftr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5" r:id="rId42"/>
    <p:sldLayoutId id="2147483726" r:id="rId43"/>
    <p:sldLayoutId id="2147483727" r:id="rId44"/>
    <p:sldLayoutId id="2147483728" r:id="rId45"/>
    <p:sldLayoutId id="2147483729" r:id="rId46"/>
    <p:sldLayoutId id="2147483730" r:id="rId47"/>
    <p:sldLayoutId id="2147483731" r:id="rId48"/>
    <p:sldLayoutId id="2147483732" r:id="rId49"/>
    <p:sldLayoutId id="2147483733" r:id="rId50"/>
    <p:sldLayoutId id="2147483734" r:id="rId51"/>
    <p:sldLayoutId id="2147483735" r:id="rId52"/>
    <p:sldLayoutId id="2147483736" r:id="rId53"/>
    <p:sldLayoutId id="2147483737" r:id="rId54"/>
    <p:sldLayoutId id="2147483738" r:id="rId55"/>
    <p:sldLayoutId id="2147483739" r:id="rId56"/>
    <p:sldLayoutId id="2147483740" r:id="rId57"/>
    <p:sldLayoutId id="2147483741" r:id="rId58"/>
    <p:sldLayoutId id="2147483742" r:id="rId59"/>
    <p:sldLayoutId id="2147483743" r:id="rId60"/>
    <p:sldLayoutId id="2147483744" r:id="rId61"/>
    <p:sldLayoutId id="2147483745" r:id="rId62"/>
    <p:sldLayoutId id="2147483746" r:id="rId63"/>
    <p:sldLayoutId id="2147483747" r:id="rId64"/>
    <p:sldLayoutId id="2147483748" r:id="rId65"/>
    <p:sldLayoutId id="2147483749" r:id="rId66"/>
    <p:sldLayoutId id="2147483750" r:id="rId6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  <p:sldLayoutId id="2147483771" r:id="rId20"/>
    <p:sldLayoutId id="2147483772" r:id="rId21"/>
    <p:sldLayoutId id="2147483773" r:id="rId22"/>
    <p:sldLayoutId id="2147483774" r:id="rId23"/>
    <p:sldLayoutId id="2147483775" r:id="rId24"/>
    <p:sldLayoutId id="2147483776" r:id="rId25"/>
    <p:sldLayoutId id="2147483777" r:id="rId26"/>
    <p:sldLayoutId id="2147483778" r:id="rId27"/>
    <p:sldLayoutId id="2147483779" r:id="rId28"/>
    <p:sldLayoutId id="2147483780" r:id="rId29"/>
    <p:sldLayoutId id="2147483781" r:id="rId30"/>
    <p:sldLayoutId id="2147483782" r:id="rId31"/>
    <p:sldLayoutId id="2147483783" r:id="rId32"/>
    <p:sldLayoutId id="2147483784" r:id="rId33"/>
    <p:sldLayoutId id="2147483785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4.xml"/><Relationship Id="rId1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8"/>
          </p:nvPr>
        </p:nvSpPr>
        <p:spPr>
          <a:xfrm>
            <a:off x="17443450" y="1471560"/>
            <a:ext cx="2210532" cy="7078715"/>
          </a:xfrm>
        </p:spPr>
        <p:txBody>
          <a:bodyPr/>
          <a:lstStyle/>
          <a:p>
            <a:r>
              <a:rPr lang="zh-CN" altLang="en-US" sz="1200" b="1" dirty="0"/>
              <a:t>可替换口红</a:t>
            </a:r>
            <a:endParaRPr lang="en-US" altLang="zh-CN" sz="1200" b="1" dirty="0"/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en-US" altLang="zh-CN" sz="1200" b="1" cap="none" dirty="0">
                <a:latin typeface="Söhne Leicht" panose="020B0303030202060203" pitchFamily="34" charset="77"/>
              </a:rPr>
              <a:t>GLS-355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尺寸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r>
              <a:rPr lang="en-US" altLang="zh-CN" sz="1200" kern="1200" dirty="0">
                <a:solidFill>
                  <a:srgbClr val="2B332C"/>
                </a:solidFill>
                <a:latin typeface="Sohne-Leicht" panose="020B0303030202060203" pitchFamily="34" charset="0"/>
              </a:rPr>
              <a:t>Ø 20.9mm X 76.8mm</a:t>
            </a:r>
            <a:endParaRPr lang="en-US" altLang="zh-CN" sz="1200" kern="1200" dirty="0">
              <a:solidFill>
                <a:srgbClr val="2B332C"/>
              </a:solidFill>
              <a:latin typeface="Sohne-Leicht" panose="020B0303030202060203" pitchFamily="34" charset="0"/>
            </a:endParaRPr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容量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r>
              <a:rPr lang="en-US" altLang="zh-CN" sz="1200" cap="none" dirty="0">
                <a:latin typeface="Söhne Leicht" panose="020B0303030202060203" pitchFamily="34" charset="77"/>
              </a:rPr>
              <a:t>3.5G</a:t>
            </a:r>
            <a:endParaRPr lang="en-US" altLang="zh-CN" sz="1200" cap="none" dirty="0">
              <a:latin typeface="Söhne Leicht" panose="020B0303030202060203" pitchFamily="34" charset="77"/>
            </a:endParaRPr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材料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r>
              <a:rPr lang="en-US" altLang="zh-CN" sz="1200" cap="none" dirty="0">
                <a:latin typeface="Söhne Leicht" panose="020B0303030202060203" pitchFamily="34" charset="77"/>
              </a:rPr>
              <a:t>PHA</a:t>
            </a:r>
            <a:endParaRPr lang="en-US" altLang="zh-CN" sz="1200" cap="none" dirty="0">
              <a:latin typeface="Söhne Leicht" panose="020B0303030202060203" pitchFamily="34" charset="77"/>
            </a:endParaRPr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模具情况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r>
              <a:rPr lang="zh-CN" altLang="en-US" sz="1200" cap="none" dirty="0">
                <a:latin typeface="Söhne Leicht" panose="020B0303030202060203" pitchFamily="34" charset="77"/>
              </a:rPr>
              <a:t>量产模</a:t>
            </a:r>
            <a:endParaRPr lang="en-US" altLang="zh-CN" sz="1200" cap="none" dirty="0">
              <a:latin typeface="Söhne Leicht" panose="020B0303030202060203" pitchFamily="34" charset="77"/>
            </a:endParaRPr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特点</a:t>
            </a:r>
            <a:endParaRPr lang="zh-CN" altLang="en-US" sz="1200" cap="none" dirty="0">
              <a:latin typeface="Söhne Leicht" panose="020B0303030202060203" pitchFamily="34" charset="77"/>
            </a:endParaRPr>
          </a:p>
          <a:p>
            <a:pPr marL="171450" indent="-171450">
              <a:buFontTx/>
              <a:buChar char="-"/>
            </a:pPr>
            <a:r>
              <a:rPr lang="zh-CN" altLang="en-US" sz="1200" cap="none" dirty="0">
                <a:latin typeface="Söhne Leicht" panose="020B0303030202060203" pitchFamily="34" charset="77"/>
              </a:rPr>
              <a:t>环保可降解</a:t>
            </a:r>
            <a:endParaRPr lang="en-US" altLang="zh-CN" sz="1200" cap="none" dirty="0">
              <a:latin typeface="Söhne Leicht" panose="020B0303030202060203" pitchFamily="34" charset="77"/>
            </a:endParaRPr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工艺建议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r>
              <a:rPr lang="zh-CN" altLang="en-US" sz="1200" cap="none" dirty="0">
                <a:latin typeface="Söhne Leicht" panose="020B0303030202060203" pitchFamily="34" charset="77"/>
              </a:rPr>
              <a:t>丝印，喷涂</a:t>
            </a:r>
            <a:endParaRPr lang="en-US" altLang="zh-CN" sz="1200" cap="none" dirty="0">
              <a:latin typeface="Söhne Leicht" panose="020B0303030202060203" pitchFamily="34" charset="77"/>
            </a:endParaRPr>
          </a:p>
          <a:p>
            <a:endParaRPr lang="en-US" altLang="zh-CN" sz="1200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应用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r>
              <a:rPr lang="zh-CN" altLang="en-US" sz="1200" cap="none" dirty="0">
                <a:latin typeface="Söhne Leicht" panose="020B0303030202060203" pitchFamily="34" charset="77"/>
              </a:rPr>
              <a:t>面霜</a:t>
            </a:r>
            <a:r>
              <a:rPr lang="en-US" altLang="zh-CN" sz="1200" cap="none" dirty="0">
                <a:latin typeface="Söhne Leicht" panose="020B0303030202060203" pitchFamily="34" charset="77"/>
              </a:rPr>
              <a:t>/</a:t>
            </a:r>
            <a:r>
              <a:rPr lang="zh-CN" altLang="en-US" sz="1200" cap="none" dirty="0">
                <a:latin typeface="Söhne Leicht" panose="020B0303030202060203" pitchFamily="34" charset="77"/>
              </a:rPr>
              <a:t>涂抹面膜等</a:t>
            </a:r>
            <a:endParaRPr lang="en-US" altLang="zh-CN" sz="1200" cap="none" dirty="0">
              <a:latin typeface="Söhne Leicht" panose="020B0303030202060203" pitchFamily="34" charset="77"/>
            </a:endParaRPr>
          </a:p>
          <a:p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r>
              <a:rPr lang="zh-CN" altLang="en-US" sz="1200" b="1" cap="none" dirty="0">
                <a:latin typeface="Söhne Leicht" panose="020B0303030202060203" pitchFamily="34" charset="77"/>
              </a:rPr>
              <a:t>可持续方案</a:t>
            </a:r>
            <a:endParaRPr lang="en-US" altLang="zh-CN" sz="1200" b="1" cap="none" dirty="0">
              <a:latin typeface="Söhne Leicht" panose="020B0303030202060203" pitchFamily="34" charset="77"/>
            </a:endParaRPr>
          </a:p>
          <a:p>
            <a:pPr marL="171450" indent="-171450">
              <a:buFontTx/>
              <a:buChar char="-"/>
            </a:pPr>
            <a:r>
              <a:rPr lang="en-US" altLang="zh-CN" sz="1200" cap="none" dirty="0">
                <a:latin typeface="Söhne Leicht" panose="020B0303030202060203" pitchFamily="34" charset="77"/>
              </a:rPr>
              <a:t>PCR</a:t>
            </a:r>
            <a:endParaRPr lang="en-US" altLang="zh-CN" sz="1200" cap="none" dirty="0">
              <a:latin typeface="Söhne Leicht" panose="020B0303030202060203" pitchFamily="34" charset="77"/>
            </a:endParaRPr>
          </a:p>
          <a:p>
            <a:pPr marL="171450" indent="-171450">
              <a:buFontTx/>
              <a:buChar char="-"/>
            </a:pPr>
            <a:r>
              <a:rPr lang="zh-CN" altLang="en-US" sz="1200" cap="none" dirty="0">
                <a:latin typeface="Söhne Leicht" panose="020B0303030202060203" pitchFamily="34" charset="77"/>
              </a:rPr>
              <a:t>可降解</a:t>
            </a:r>
            <a:endParaRPr lang="en-US" altLang="zh-CN" sz="1200" cap="none" dirty="0">
              <a:latin typeface="Söhne Leicht" panose="020B0303030202060203" pitchFamily="34" charset="77"/>
            </a:endParaRPr>
          </a:p>
        </p:txBody>
      </p:sp>
      <p:pic>
        <p:nvPicPr>
          <p:cNvPr id="4" name="图片占位符 3" descr="C:/Users/aimai/Desktop/GLS-355/GLS-355,动5.gifGLS-355,动5"/>
          <p:cNvPicPr>
            <a:picLocks noGrp="1" noChangeAspect="1"/>
          </p:cNvPicPr>
          <p:nvPr>
            <p:ph type="pic" sz="quarter" idx="12"/>
          </p:nvPr>
        </p:nvPicPr>
        <p:blipFill>
          <a:blip r:embed="rId1"/>
          <a:srcRect l="8" r="8"/>
          <a:stretch>
            <a:fillRect/>
          </a:stretch>
        </p:blipFill>
        <p:spPr>
          <a:xfrm>
            <a:off x="1" y="0"/>
            <a:ext cx="17138650" cy="1130935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itles (TEMPLATE T)">
  <a:themeElements>
    <a:clrScheme name="WWP Beauty">
      <a:dk1>
        <a:srgbClr val="272424"/>
      </a:dk1>
      <a:lt1>
        <a:srgbClr val="EFECE6"/>
      </a:lt1>
      <a:dk2>
        <a:srgbClr val="B9D4DE"/>
      </a:dk2>
      <a:lt2>
        <a:srgbClr val="272424"/>
      </a:lt2>
      <a:accent1>
        <a:srgbClr val="B9D4DE"/>
      </a:accent1>
      <a:accent2>
        <a:srgbClr val="BBD9A9"/>
      </a:accent2>
      <a:accent3>
        <a:srgbClr val="F3C6B7"/>
      </a:accent3>
      <a:accent4>
        <a:srgbClr val="B9D4DE"/>
      </a:accent4>
      <a:accent5>
        <a:srgbClr val="BBD9A9"/>
      </a:accent5>
      <a:accent6>
        <a:srgbClr val="F3C6B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re (TEMPLATE C)">
  <a:themeElements>
    <a:clrScheme name="WWP BEAUTY">
      <a:dk1>
        <a:srgbClr val="000000"/>
      </a:dk1>
      <a:lt1>
        <a:srgbClr val="FFFFFF"/>
      </a:lt1>
      <a:dk2>
        <a:srgbClr val="202720"/>
      </a:dk2>
      <a:lt2>
        <a:srgbClr val="FFFFFF"/>
      </a:lt2>
      <a:accent1>
        <a:srgbClr val="ECC3B2"/>
      </a:accent1>
      <a:accent2>
        <a:srgbClr val="B9D3DC"/>
      </a:accent2>
      <a:accent3>
        <a:srgbClr val="B6CFAE"/>
      </a:accent3>
      <a:accent4>
        <a:srgbClr val="E1D3C7"/>
      </a:accent4>
      <a:accent5>
        <a:srgbClr val="F2EBE7"/>
      </a:accent5>
      <a:accent6>
        <a:srgbClr val="FFFFFF"/>
      </a:accent6>
      <a:hlink>
        <a:srgbClr val="B9D3DC"/>
      </a:hlink>
      <a:folHlink>
        <a:srgbClr val="ECC3B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ull Page Image / Multiple Image Slides (2 or more images) - (TEMPLATE P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Rendering + Marketing Sheet Template">
  <a:themeElements>
    <a:clrScheme name="Custom 1">
      <a:dk1>
        <a:srgbClr val="272424"/>
      </a:dk1>
      <a:lt1>
        <a:srgbClr val="FCFFFF"/>
      </a:lt1>
      <a:dk2>
        <a:srgbClr val="B9D4DE"/>
      </a:dk2>
      <a:lt2>
        <a:srgbClr val="272424"/>
      </a:lt2>
      <a:accent1>
        <a:srgbClr val="B9D4DE"/>
      </a:accent1>
      <a:accent2>
        <a:srgbClr val="BBD9A9"/>
      </a:accent2>
      <a:accent3>
        <a:srgbClr val="F3C6B7"/>
      </a:accent3>
      <a:accent4>
        <a:srgbClr val="B9D4DE"/>
      </a:accent4>
      <a:accent5>
        <a:srgbClr val="BBD9A9"/>
      </a:accent5>
      <a:accent6>
        <a:srgbClr val="F3C6B7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4BDCA17C7D7C42B2E3C4BD76B54FCF" ma:contentTypeVersion="7" ma:contentTypeDescription="Create a new document." ma:contentTypeScope="" ma:versionID="9de8dd4ebf27930904fe81cd8932763a">
  <xsd:schema xmlns:xsd="http://www.w3.org/2001/XMLSchema" xmlns:xs="http://www.w3.org/2001/XMLSchema" xmlns:p="http://schemas.microsoft.com/office/2006/metadata/properties" xmlns:ns2="2afe434f-03e0-4daa-ac4f-b8be7ed638eb" targetNamespace="http://schemas.microsoft.com/office/2006/metadata/properties" ma:root="true" ma:fieldsID="d964ddec66449f7d01740b590a82f576" ns2:_="">
    <xsd:import namespace="2afe434f-03e0-4daa-ac4f-b8be7ed638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fe434f-03e0-4daa-ac4f-b8be7ed638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DD724C-18E7-4116-A069-65BB9EF287A5}">
  <ds:schemaRefs/>
</ds:datastoreItem>
</file>

<file path=customXml/itemProps2.xml><?xml version="1.0" encoding="utf-8"?>
<ds:datastoreItem xmlns:ds="http://schemas.openxmlformats.org/officeDocument/2006/customXml" ds:itemID="{92BF622C-624D-436F-A38A-24026448824D}">
  <ds:schemaRefs/>
</ds:datastoreItem>
</file>

<file path=customXml/itemProps3.xml><?xml version="1.0" encoding="utf-8"?>
<ds:datastoreItem xmlns:ds="http://schemas.openxmlformats.org/officeDocument/2006/customXml" ds:itemID="{D9DC1D7C-E34F-40A4-ADC8-9D0A78CADE9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0</TotalTime>
  <Words>86</Words>
  <Application>WPS 演示</Application>
  <PresentationFormat>自定义</PresentationFormat>
  <Paragraphs>29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</vt:i4>
      </vt:variant>
    </vt:vector>
  </HeadingPairs>
  <TitlesOfParts>
    <vt:vector size="29" baseType="lpstr">
      <vt:lpstr>Arial</vt:lpstr>
      <vt:lpstr>宋体</vt:lpstr>
      <vt:lpstr>Wingdings</vt:lpstr>
      <vt:lpstr>Söhne Breit Leicht</vt:lpstr>
      <vt:lpstr>Yu Gothic UI Light</vt:lpstr>
      <vt:lpstr>Sohne-Leicht</vt:lpstr>
      <vt:lpstr>Segoe Print</vt:lpstr>
      <vt:lpstr>Söhne Breit Fett</vt:lpstr>
      <vt:lpstr>Söhne Fett</vt:lpstr>
      <vt:lpstr>Söhne Leicht</vt:lpstr>
      <vt:lpstr>Söhne Test</vt:lpstr>
      <vt:lpstr>Söhne</vt:lpstr>
      <vt:lpstr>Söhne Breit Test</vt:lpstr>
      <vt:lpstr>Söhne Breit</vt:lpstr>
      <vt:lpstr>Sohne-Leicht</vt:lpstr>
      <vt:lpstr>Söhne</vt:lpstr>
      <vt:lpstr>Sohne-Leicht</vt:lpstr>
      <vt:lpstr>微软雅黑</vt:lpstr>
      <vt:lpstr>Arial Unicode MS</vt:lpstr>
      <vt:lpstr>Calibri</vt:lpstr>
      <vt:lpstr>等线</vt:lpstr>
      <vt:lpstr>QIJIC</vt:lpstr>
      <vt:lpstr>Titles (TEMPLATE T)</vt:lpstr>
      <vt:lpstr>Core (TEMPLATE C)</vt:lpstr>
      <vt:lpstr>Full Page Image / Multiple Image Slides (2 or more images) - (TEMPLATE P)</vt:lpstr>
      <vt:lpstr>1_Rendering + Marketing Sheet Template</vt:lpstr>
      <vt:lpstr>PowerPoint 演示文稿</vt:lpstr>
      <vt:lpstr>PowerPoint 演示文稿</vt:lpstr>
      <vt:lpstr>PowerPoint 演示文稿</vt:lpstr>
    </vt:vector>
  </TitlesOfParts>
  <Company>WWP Beauty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WWP Beauty</dc:creator>
  <cp:lastModifiedBy>Gloaming</cp:lastModifiedBy>
  <cp:revision>1712</cp:revision>
  <dcterms:created xsi:type="dcterms:W3CDTF">2020-10-28T03:07:00Z</dcterms:created>
  <dcterms:modified xsi:type="dcterms:W3CDTF">2025-07-15T09:00:58Z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2020-10-08T18:00:00Z</vt:filetime>
  </property>
  <property fmtid="{D5CDD505-2E9C-101B-9397-08002B2CF9AE}" pid="3" name="Creator">
    <vt:lpwstr>Adobe InDesign 15.1 (Macintosh)</vt:lpwstr>
  </property>
  <property fmtid="{D5CDD505-2E9C-101B-9397-08002B2CF9AE}" pid="4" name="LastSaved">
    <vt:filetime>2020-10-12T18:00:00Z</vt:filetime>
  </property>
  <property fmtid="{D5CDD505-2E9C-101B-9397-08002B2CF9AE}" pid="5" name="ContentTypeId">
    <vt:lpwstr>0x010100A64BDCA17C7D7C42B2E3C4BD76B54FCF</vt:lpwstr>
  </property>
  <property fmtid="{D5CDD505-2E9C-101B-9397-08002B2CF9AE}" pid="6" name="ICV">
    <vt:lpwstr>085D5FB6B12A40D484E697DC8559722A_13</vt:lpwstr>
  </property>
  <property fmtid="{D5CDD505-2E9C-101B-9397-08002B2CF9AE}" pid="7" name="KSOProductBuildVer">
    <vt:lpwstr>2052-12.1.0.21915</vt:lpwstr>
  </property>
</Properties>
</file>